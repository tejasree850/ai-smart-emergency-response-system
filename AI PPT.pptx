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MiSans" panose="020B0604020202020204" charset="-122"/>
      <p:regular r:id="rId15"/>
    </p:embeddedFont>
    <p:embeddedFont>
      <p:font typeface="Cambria Math" panose="02040503050406030204" pitchFamily="18" charset="0"/>
      <p:regular r:id="rId16"/>
    </p:embeddedFont>
    <p:embeddedFont>
      <p:font typeface="Oranienbaum" panose="020F0502020204030204" pitchFamily="2" charset="0"/>
      <p:regular r:id="rId17"/>
    </p:embeddedFont>
    <p:embeddedFont>
      <p:font typeface="Quattrocento Sans" panose="020B0502050000020003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CA104B-61AB-438B-804F-20C02C35A5C7}" v="108" dt="2026-04-19T19:45:39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6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hitha rompicharla" userId="befeb51f04064f59" providerId="LiveId" clId="{BD374E45-F2FF-4913-8748-CF46F4B435AB}"/>
    <pc:docChg chg="undo custSel addSld delSld modSld">
      <pc:chgData name="lohitha rompicharla" userId="befeb51f04064f59" providerId="LiveId" clId="{BD374E45-F2FF-4913-8748-CF46F4B435AB}" dt="2026-04-19T19:48:05.509" v="777" actId="1076"/>
      <pc:docMkLst>
        <pc:docMk/>
      </pc:docMkLst>
      <pc:sldChg chg="addSp delSp modSp mod">
        <pc:chgData name="lohitha rompicharla" userId="befeb51f04064f59" providerId="LiveId" clId="{BD374E45-F2FF-4913-8748-CF46F4B435AB}" dt="2026-04-19T19:48:05.509" v="777" actId="1076"/>
        <pc:sldMkLst>
          <pc:docMk/>
          <pc:sldMk cId="0" sldId="256"/>
        </pc:sldMkLst>
        <pc:spChg chg="add del mod ord">
          <ac:chgData name="lohitha rompicharla" userId="befeb51f04064f59" providerId="LiveId" clId="{BD374E45-F2FF-4913-8748-CF46F4B435AB}" dt="2026-04-19T19:33:33.112" v="574" actId="478"/>
          <ac:spMkLst>
            <pc:docMk/>
            <pc:sldMk cId="0" sldId="256"/>
            <ac:spMk id="2" creationId="{15966F7F-C65E-C532-3B03-AAF880A0D649}"/>
          </ac:spMkLst>
        </pc:spChg>
        <pc:spChg chg="add del mod">
          <ac:chgData name="lohitha rompicharla" userId="befeb51f04064f59" providerId="LiveId" clId="{BD374E45-F2FF-4913-8748-CF46F4B435AB}" dt="2026-04-19T19:24:43.861" v="456" actId="478"/>
          <ac:spMkLst>
            <pc:docMk/>
            <pc:sldMk cId="0" sldId="256"/>
            <ac:spMk id="3" creationId="{54E7F055-2C25-25F7-3462-454BE63DC6F1}"/>
          </ac:spMkLst>
        </pc:spChg>
        <pc:spChg chg="del">
          <ac:chgData name="lohitha rompicharla" userId="befeb51f04064f59" providerId="LiveId" clId="{BD374E45-F2FF-4913-8748-CF46F4B435AB}" dt="2026-04-19T19:22:11.777" v="357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22:07.186" v="356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34:09.966" v="579" actId="20577"/>
          <ac:spMkLst>
            <pc:docMk/>
            <pc:sldMk cId="0" sldId="256"/>
            <ac:spMk id="7" creationId="{00000000-0000-0000-0000-000000000000}"/>
          </ac:spMkLst>
        </pc:spChg>
        <pc:spChg chg="add del mod">
          <ac:chgData name="lohitha rompicharla" userId="befeb51f04064f59" providerId="LiveId" clId="{BD374E45-F2FF-4913-8748-CF46F4B435AB}" dt="2026-04-19T19:24:54.555" v="461" actId="1076"/>
          <ac:spMkLst>
            <pc:docMk/>
            <pc:sldMk cId="0" sldId="256"/>
            <ac:spMk id="8" creationId="{6B288FDF-03FB-F17C-6B1C-8FF0F682DF92}"/>
          </ac:spMkLst>
        </pc:spChg>
        <pc:spChg chg="add del mod ord">
          <ac:chgData name="lohitha rompicharla" userId="befeb51f04064f59" providerId="LiveId" clId="{BD374E45-F2FF-4913-8748-CF46F4B435AB}" dt="2026-04-19T19:45:51.697" v="729" actId="478"/>
          <ac:spMkLst>
            <pc:docMk/>
            <pc:sldMk cId="0" sldId="256"/>
            <ac:spMk id="9" creationId="{E41E7224-2FC5-A868-8466-900A6089EDAF}"/>
          </ac:spMkLst>
        </pc:spChg>
        <pc:spChg chg="add del mod ord">
          <ac:chgData name="lohitha rompicharla" userId="befeb51f04064f59" providerId="LiveId" clId="{BD374E45-F2FF-4913-8748-CF46F4B435AB}" dt="2026-04-19T19:36:22.007" v="639" actId="478"/>
          <ac:spMkLst>
            <pc:docMk/>
            <pc:sldMk cId="0" sldId="256"/>
            <ac:spMk id="10" creationId="{B44DBD33-88AB-A435-1BEC-5C27D4A475B4}"/>
          </ac:spMkLst>
        </pc:spChg>
        <pc:spChg chg="add mod">
          <ac:chgData name="lohitha rompicharla" userId="befeb51f04064f59" providerId="LiveId" clId="{BD374E45-F2FF-4913-8748-CF46F4B435AB}" dt="2026-04-19T19:38:48.860" v="650" actId="207"/>
          <ac:spMkLst>
            <pc:docMk/>
            <pc:sldMk cId="0" sldId="256"/>
            <ac:spMk id="11" creationId="{FE24788C-C94A-C1A5-8C04-510054C8AD2A}"/>
          </ac:spMkLst>
        </pc:spChg>
        <pc:spChg chg="add mod">
          <ac:chgData name="lohitha rompicharla" userId="befeb51f04064f59" providerId="LiveId" clId="{BD374E45-F2FF-4913-8748-CF46F4B435AB}" dt="2026-04-19T19:43:43.128" v="713" actId="1076"/>
          <ac:spMkLst>
            <pc:docMk/>
            <pc:sldMk cId="0" sldId="256"/>
            <ac:spMk id="12" creationId="{3CBAD0F3-51AD-B799-B0AE-F9B3979E016C}"/>
          </ac:spMkLst>
        </pc:spChg>
        <pc:spChg chg="add mod ord">
          <ac:chgData name="lohitha rompicharla" userId="befeb51f04064f59" providerId="LiveId" clId="{BD374E45-F2FF-4913-8748-CF46F4B435AB}" dt="2026-04-19T19:47:54.174" v="776" actId="1076"/>
          <ac:spMkLst>
            <pc:docMk/>
            <pc:sldMk cId="0" sldId="256"/>
            <ac:spMk id="15" creationId="{E074E7BF-161F-797A-534E-E4BF58927878}"/>
          </ac:spMkLst>
        </pc:spChg>
        <pc:spChg chg="del">
          <ac:chgData name="lohitha rompicharla" userId="befeb51f04064f59" providerId="LiveId" clId="{BD374E45-F2FF-4913-8748-CF46F4B435AB}" dt="2026-04-19T19:21:54.484" v="352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21:56.234" v="353" actId="478"/>
          <ac:spMkLst>
            <pc:docMk/>
            <pc:sldMk cId="0" sldId="256"/>
            <ac:spMk id="18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21:57.914" v="354" actId="478"/>
          <ac:spMkLst>
            <pc:docMk/>
            <pc:sldMk cId="0" sldId="256"/>
            <ac:spMk id="19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48:05.509" v="777" actId="1076"/>
          <ac:spMkLst>
            <pc:docMk/>
            <pc:sldMk cId="0" sldId="256"/>
            <ac:spMk id="20" creationId="{00000000-0000-0000-0000-000000000000}"/>
          </ac:spMkLst>
        </pc:spChg>
        <pc:picChg chg="add mod">
          <ac:chgData name="lohitha rompicharla" userId="befeb51f04064f59" providerId="LiveId" clId="{BD374E45-F2FF-4913-8748-CF46F4B435AB}" dt="2026-04-19T19:45:20.948" v="725" actId="1076"/>
          <ac:picMkLst>
            <pc:docMk/>
            <pc:sldMk cId="0" sldId="256"/>
            <ac:picMk id="14" creationId="{90921DC2-1F33-5CBA-8099-2E38A59BB3B1}"/>
          </ac:picMkLst>
        </pc:picChg>
        <pc:picChg chg="del">
          <ac:chgData name="lohitha rompicharla" userId="befeb51f04064f59" providerId="LiveId" clId="{BD374E45-F2FF-4913-8748-CF46F4B435AB}" dt="2026-04-19T19:21:51.869" v="351" actId="478"/>
          <ac:picMkLst>
            <pc:docMk/>
            <pc:sldMk cId="0" sldId="256"/>
            <ac:picMk id="17" creationId="{00000000-0000-0000-0000-000000000000}"/>
          </ac:picMkLst>
        </pc:picChg>
        <pc:picChg chg="add del mod">
          <ac:chgData name="lohitha rompicharla" userId="befeb51f04064f59" providerId="LiveId" clId="{BD374E45-F2FF-4913-8748-CF46F4B435AB}" dt="2026-04-19T19:36:18.081" v="638" actId="478"/>
          <ac:picMkLst>
            <pc:docMk/>
            <pc:sldMk cId="0" sldId="256"/>
            <ac:picMk id="1026" creationId="{F686BAB0-13B2-C085-73F3-CEEDD2471097}"/>
          </ac:picMkLst>
        </pc:picChg>
      </pc:sldChg>
      <pc:sldChg chg="addSp delSp modSp mod">
        <pc:chgData name="lohitha rompicharla" userId="befeb51f04064f59" providerId="LiveId" clId="{BD374E45-F2FF-4913-8748-CF46F4B435AB}" dt="2026-04-19T18:51:38.250" v="188"/>
        <pc:sldMkLst>
          <pc:docMk/>
          <pc:sldMk cId="0" sldId="257"/>
        </pc:sldMkLst>
        <pc:spChg chg="del">
          <ac:chgData name="lohitha rompicharla" userId="befeb51f04064f59" providerId="LiveId" clId="{BD374E45-F2FF-4913-8748-CF46F4B435AB}" dt="2026-04-19T18:24:16.909" v="104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24:15.157" v="103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24:23.311" v="105" actId="14100"/>
          <ac:spMkLst>
            <pc:docMk/>
            <pc:sldMk cId="0" sldId="257"/>
            <ac:spMk id="5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35:56.196" v="134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28:52.031" v="111" actId="478"/>
          <ac:spMkLst>
            <pc:docMk/>
            <pc:sldMk cId="0" sldId="257"/>
            <ac:spMk id="7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35:58.673" v="135" actId="20577"/>
          <ac:spMkLst>
            <pc:docMk/>
            <pc:sldMk cId="0" sldId="257"/>
            <ac:spMk id="9" creationId="{00000000-0000-0000-0000-000000000000}"/>
          </ac:spMkLst>
        </pc:spChg>
        <pc:spChg chg="del mod">
          <ac:chgData name="lohitha rompicharla" userId="befeb51f04064f59" providerId="LiveId" clId="{BD374E45-F2FF-4913-8748-CF46F4B435AB}" dt="2026-04-19T18:36:25.915" v="136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36:25.915" v="136" actId="478"/>
          <ac:spMkLst>
            <pc:docMk/>
            <pc:sldMk cId="0" sldId="257"/>
            <ac:spMk id="15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23:09.679" v="102" actId="14100"/>
          <ac:spMkLst>
            <pc:docMk/>
            <pc:sldMk cId="0" sldId="257"/>
            <ac:spMk id="17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28:42.521" v="108" actId="478"/>
          <ac:spMkLst>
            <pc:docMk/>
            <pc:sldMk cId="0" sldId="257"/>
            <ac:spMk id="18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36:25.915" v="136" actId="478"/>
          <ac:spMkLst>
            <pc:docMk/>
            <pc:sldMk cId="0" sldId="257"/>
            <ac:spMk id="20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36:25.915" v="136" actId="478"/>
          <ac:spMkLst>
            <pc:docMk/>
            <pc:sldMk cId="0" sldId="257"/>
            <ac:spMk id="25" creationId="{00000000-0000-0000-0000-000000000000}"/>
          </ac:spMkLst>
        </pc:spChg>
        <pc:spChg chg="del mod">
          <ac:chgData name="lohitha rompicharla" userId="befeb51f04064f59" providerId="LiveId" clId="{BD374E45-F2FF-4913-8748-CF46F4B435AB}" dt="2026-04-19T18:36:25.915" v="136" actId="478"/>
          <ac:spMkLst>
            <pc:docMk/>
            <pc:sldMk cId="0" sldId="257"/>
            <ac:spMk id="27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28:59.242" v="112" actId="478"/>
          <ac:spMkLst>
            <pc:docMk/>
            <pc:sldMk cId="0" sldId="257"/>
            <ac:spMk id="28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36:25.915" v="136" actId="478"/>
          <ac:spMkLst>
            <pc:docMk/>
            <pc:sldMk cId="0" sldId="257"/>
            <ac:spMk id="34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36:25.915" v="136" actId="478"/>
          <ac:spMkLst>
            <pc:docMk/>
            <pc:sldMk cId="0" sldId="257"/>
            <ac:spMk id="35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36:25.915" v="136" actId="478"/>
          <ac:spMkLst>
            <pc:docMk/>
            <pc:sldMk cId="0" sldId="257"/>
            <ac:spMk id="36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28:46.523" v="109" actId="478"/>
          <ac:spMkLst>
            <pc:docMk/>
            <pc:sldMk cId="0" sldId="257"/>
            <ac:spMk id="39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28:49.425" v="110" actId="478"/>
          <ac:spMkLst>
            <pc:docMk/>
            <pc:sldMk cId="0" sldId="257"/>
            <ac:spMk id="40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36:25.915" v="136" actId="478"/>
          <ac:spMkLst>
            <pc:docMk/>
            <pc:sldMk cId="0" sldId="257"/>
            <ac:spMk id="45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36:25.915" v="136" actId="478"/>
          <ac:spMkLst>
            <pc:docMk/>
            <pc:sldMk cId="0" sldId="257"/>
            <ac:spMk id="46" creationId="{00000000-0000-0000-0000-000000000000}"/>
          </ac:spMkLst>
        </pc:spChg>
        <pc:spChg chg="add mod">
          <ac:chgData name="lohitha rompicharla" userId="befeb51f04064f59" providerId="LiveId" clId="{BD374E45-F2FF-4913-8748-CF46F4B435AB}" dt="2026-04-19T18:38:26.713" v="149" actId="255"/>
          <ac:spMkLst>
            <pc:docMk/>
            <pc:sldMk cId="0" sldId="257"/>
            <ac:spMk id="49" creationId="{AE476DAA-4A9B-C44F-38B5-1CEC15FCB0F0}"/>
          </ac:spMkLst>
        </pc:spChg>
        <pc:spChg chg="add del mod">
          <ac:chgData name="lohitha rompicharla" userId="befeb51f04064f59" providerId="LiveId" clId="{BD374E45-F2FF-4913-8748-CF46F4B435AB}" dt="2026-04-19T18:51:38.250" v="188"/>
          <ac:spMkLst>
            <pc:docMk/>
            <pc:sldMk cId="0" sldId="257"/>
            <ac:spMk id="51" creationId="{C5157531-9198-DFED-3F07-059E89EF9B61}"/>
          </ac:spMkLst>
        </pc:spChg>
        <pc:picChg chg="add">
          <ac:chgData name="lohitha rompicharla" userId="befeb51f04064f59" providerId="LiveId" clId="{BD374E45-F2FF-4913-8748-CF46F4B435AB}" dt="2026-04-19T18:51:31.850" v="185" actId="22"/>
          <ac:picMkLst>
            <pc:docMk/>
            <pc:sldMk cId="0" sldId="257"/>
            <ac:picMk id="53" creationId="{931FB8CA-0370-A76E-BBA4-C89A676FAFE6}"/>
          </ac:picMkLst>
        </pc:picChg>
      </pc:sldChg>
      <pc:sldChg chg="addSp delSp modSp mod">
        <pc:chgData name="lohitha rompicharla" userId="befeb51f04064f59" providerId="LiveId" clId="{BD374E45-F2FF-4913-8748-CF46F4B435AB}" dt="2026-04-19T19:06:09.116" v="241" actId="207"/>
        <pc:sldMkLst>
          <pc:docMk/>
          <pc:sldMk cId="0" sldId="258"/>
        </pc:sldMkLst>
        <pc:spChg chg="mod">
          <ac:chgData name="lohitha rompicharla" userId="befeb51f04064f59" providerId="LiveId" clId="{BD374E45-F2FF-4913-8748-CF46F4B435AB}" dt="2026-04-19T19:06:09.116" v="241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4:09.768" v="231" actId="14100"/>
          <ac:spMkLst>
            <pc:docMk/>
            <pc:sldMk cId="0" sldId="258"/>
            <ac:spMk id="4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1:19.526" v="207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5:10.278" v="3" actId="208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lohitha rompicharla" userId="befeb51f04064f59" providerId="LiveId" clId="{BD374E45-F2FF-4913-8748-CF46F4B435AB}" dt="2026-04-19T19:03:16.102" v="218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03:19.008" v="219" actId="478"/>
          <ac:spMkLst>
            <pc:docMk/>
            <pc:sldMk cId="0" sldId="258"/>
            <ac:spMk id="11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4:41.792" v="234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5:12.181" v="237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5:14.700" v="4" actId="20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04:28.502" v="232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04:30.619" v="233" actId="478"/>
          <ac:spMkLst>
            <pc:docMk/>
            <pc:sldMk cId="0" sldId="258"/>
            <ac:spMk id="16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5:03.261" v="236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5:03.261" v="236" actId="1076"/>
          <ac:spMkLst>
            <pc:docMk/>
            <pc:sldMk cId="0" sldId="258"/>
            <ac:spMk id="18" creationId="{00000000-0000-0000-0000-000000000000}"/>
          </ac:spMkLst>
        </pc:spChg>
        <pc:spChg chg="add del mod">
          <ac:chgData name="lohitha rompicharla" userId="befeb51f04064f59" providerId="LiveId" clId="{BD374E45-F2FF-4913-8748-CF46F4B435AB}" dt="2026-04-19T19:03:33.222" v="222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03:25.735" v="220" actId="478"/>
          <ac:spMkLst>
            <pc:docMk/>
            <pc:sldMk cId="0" sldId="258"/>
            <ac:spMk id="20" creationId="{00000000-0000-0000-0000-000000000000}"/>
          </ac:spMkLst>
        </pc:spChg>
        <pc:spChg chg="del mod">
          <ac:chgData name="lohitha rompicharla" userId="befeb51f04064f59" providerId="LiveId" clId="{BD374E45-F2FF-4913-8748-CF46F4B435AB}" dt="2026-04-19T19:03:36.002" v="223" actId="478"/>
          <ac:spMkLst>
            <pc:docMk/>
            <pc:sldMk cId="0" sldId="258"/>
            <ac:spMk id="21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5:51.494" v="239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5:45.977" v="238" actId="1076"/>
          <ac:spMkLst>
            <pc:docMk/>
            <pc:sldMk cId="0" sldId="258"/>
            <ac:spMk id="23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03:39.514" v="224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04:01.295" v="230" actId="478"/>
          <ac:spMkLst>
            <pc:docMk/>
            <pc:sldMk cId="0" sldId="258"/>
            <ac:spMk id="25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03:50.182" v="228" actId="478"/>
          <ac:spMkLst>
            <pc:docMk/>
            <pc:sldMk cId="0" sldId="258"/>
            <ac:spMk id="26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3:45.363" v="227" actId="20577"/>
          <ac:spMkLst>
            <pc:docMk/>
            <pc:sldMk cId="0" sldId="258"/>
            <ac:spMk id="27" creationId="{00000000-0000-0000-0000-000000000000}"/>
          </ac:spMkLst>
        </pc:spChg>
        <pc:spChg chg="add del mod">
          <ac:chgData name="lohitha rompicharla" userId="befeb51f04064f59" providerId="LiveId" clId="{BD374E45-F2FF-4913-8748-CF46F4B435AB}" dt="2026-04-19T19:02:19.070" v="214" actId="208"/>
          <ac:spMkLst>
            <pc:docMk/>
            <pc:sldMk cId="0" sldId="258"/>
            <ac:spMk id="31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00:27.743" v="201" actId="478"/>
          <ac:spMkLst>
            <pc:docMk/>
            <pc:sldMk cId="0" sldId="258"/>
            <ac:spMk id="32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1:30.646" v="208" actId="207"/>
          <ac:spMkLst>
            <pc:docMk/>
            <pc:sldMk cId="0" sldId="258"/>
            <ac:spMk id="33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00:29.731" v="202" actId="478"/>
          <ac:spMkLst>
            <pc:docMk/>
            <pc:sldMk cId="0" sldId="258"/>
            <ac:spMk id="37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00:32.604" v="203" actId="478"/>
          <ac:spMkLst>
            <pc:docMk/>
            <pc:sldMk cId="0" sldId="258"/>
            <ac:spMk id="42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1:34.085" v="209" actId="207"/>
          <ac:spMkLst>
            <pc:docMk/>
            <pc:sldMk cId="0" sldId="258"/>
            <ac:spMk id="43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00:34.602" v="204" actId="478"/>
          <ac:spMkLst>
            <pc:docMk/>
            <pc:sldMk cId="0" sldId="258"/>
            <ac:spMk id="47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00:36.876" v="205" actId="478"/>
          <ac:spMkLst>
            <pc:docMk/>
            <pc:sldMk cId="0" sldId="258"/>
            <ac:spMk id="52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1:39.898" v="210" actId="207"/>
          <ac:spMkLst>
            <pc:docMk/>
            <pc:sldMk cId="0" sldId="258"/>
            <ac:spMk id="53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00:38.792" v="206" actId="478"/>
          <ac:spMkLst>
            <pc:docMk/>
            <pc:sldMk cId="0" sldId="258"/>
            <ac:spMk id="57" creationId="{00000000-0000-0000-0000-000000000000}"/>
          </ac:spMkLst>
        </pc:spChg>
      </pc:sldChg>
      <pc:sldChg chg="delSp modSp mod">
        <pc:chgData name="lohitha rompicharla" userId="befeb51f04064f59" providerId="LiveId" clId="{BD374E45-F2FF-4913-8748-CF46F4B435AB}" dt="2026-04-19T19:06:24.374" v="242" actId="20577"/>
        <pc:sldMkLst>
          <pc:docMk/>
          <pc:sldMk cId="0" sldId="259"/>
        </pc:sldMkLst>
        <pc:spChg chg="mod">
          <ac:chgData name="lohitha rompicharla" userId="befeb51f04064f59" providerId="LiveId" clId="{BD374E45-F2FF-4913-8748-CF46F4B435AB}" dt="2026-04-19T19:06:24.374" v="242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57:26.646" v="197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57:30.091" v="198" actId="20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57:33.929" v="199" actId="20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57:40.756" v="200" actId="207"/>
          <ac:spMkLst>
            <pc:docMk/>
            <pc:sldMk cId="0" sldId="259"/>
            <ac:spMk id="29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29:09.995" v="113" actId="478"/>
          <ac:spMkLst>
            <pc:docMk/>
            <pc:sldMk cId="0" sldId="259"/>
            <ac:spMk id="32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29:12.805" v="114" actId="478"/>
          <ac:spMkLst>
            <pc:docMk/>
            <pc:sldMk cId="0" sldId="259"/>
            <ac:spMk id="33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30:31.614" v="129" actId="478"/>
          <ac:spMkLst>
            <pc:docMk/>
            <pc:sldMk cId="0" sldId="259"/>
            <ac:spMk id="34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29:15.230" v="115" actId="478"/>
          <ac:spMkLst>
            <pc:docMk/>
            <pc:sldMk cId="0" sldId="259"/>
            <ac:spMk id="37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29:18.407" v="116" actId="478"/>
          <ac:spMkLst>
            <pc:docMk/>
            <pc:sldMk cId="0" sldId="259"/>
            <ac:spMk id="38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30:24.402" v="127" actId="478"/>
          <ac:spMkLst>
            <pc:docMk/>
            <pc:sldMk cId="0" sldId="259"/>
            <ac:spMk id="39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29:32.579" v="121" actId="478"/>
          <ac:spMkLst>
            <pc:docMk/>
            <pc:sldMk cId="0" sldId="259"/>
            <ac:spMk id="42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29:34.619" v="122" actId="478"/>
          <ac:spMkLst>
            <pc:docMk/>
            <pc:sldMk cId="0" sldId="259"/>
            <ac:spMk id="43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30:22.050" v="126" actId="478"/>
          <ac:spMkLst>
            <pc:docMk/>
            <pc:sldMk cId="0" sldId="259"/>
            <ac:spMk id="44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29:20.303" v="117" actId="478"/>
          <ac:spMkLst>
            <pc:docMk/>
            <pc:sldMk cId="0" sldId="259"/>
            <ac:spMk id="47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29:30.045" v="120" actId="478"/>
          <ac:spMkLst>
            <pc:docMk/>
            <pc:sldMk cId="0" sldId="259"/>
            <ac:spMk id="48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30:34.515" v="130" actId="478"/>
          <ac:spMkLst>
            <pc:docMk/>
            <pc:sldMk cId="0" sldId="259"/>
            <ac:spMk id="49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29:25.504" v="118" actId="478"/>
          <ac:spMkLst>
            <pc:docMk/>
            <pc:sldMk cId="0" sldId="259"/>
            <ac:spMk id="52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29:28.314" v="119" actId="478"/>
          <ac:spMkLst>
            <pc:docMk/>
            <pc:sldMk cId="0" sldId="259"/>
            <ac:spMk id="53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30:26.200" v="128" actId="478"/>
          <ac:spMkLst>
            <pc:docMk/>
            <pc:sldMk cId="0" sldId="259"/>
            <ac:spMk id="54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30:14.254" v="123" actId="478"/>
          <ac:spMkLst>
            <pc:docMk/>
            <pc:sldMk cId="0" sldId="259"/>
            <ac:spMk id="57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30:16.575" v="124" actId="478"/>
          <ac:spMkLst>
            <pc:docMk/>
            <pc:sldMk cId="0" sldId="259"/>
            <ac:spMk id="58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30:19.279" v="125" actId="478"/>
          <ac:spMkLst>
            <pc:docMk/>
            <pc:sldMk cId="0" sldId="259"/>
            <ac:spMk id="59" creationId="{00000000-0000-0000-0000-000000000000}"/>
          </ac:spMkLst>
        </pc:spChg>
      </pc:sldChg>
      <pc:sldChg chg="modSp mod">
        <pc:chgData name="lohitha rompicharla" userId="befeb51f04064f59" providerId="LiveId" clId="{BD374E45-F2FF-4913-8748-CF46F4B435AB}" dt="2026-04-19T19:21:41.903" v="350" actId="207"/>
        <pc:sldMkLst>
          <pc:docMk/>
          <pc:sldMk cId="0" sldId="260"/>
        </pc:sldMkLst>
        <pc:spChg chg="mod">
          <ac:chgData name="lohitha rompicharla" userId="befeb51f04064f59" providerId="LiveId" clId="{BD374E45-F2FF-4913-8748-CF46F4B435AB}" dt="2026-04-19T19:07:50.799" v="253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7:35.436" v="248" actId="207"/>
          <ac:spMkLst>
            <pc:docMk/>
            <pc:sldMk cId="0" sldId="260"/>
            <ac:spMk id="5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9:45.477" v="264" actId="207"/>
          <ac:spMkLst>
            <pc:docMk/>
            <pc:sldMk cId="0" sldId="260"/>
            <ac:spMk id="9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9:45.477" v="264" actId="20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9:56.640" v="265" actId="20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9:45.477" v="264" actId="20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7:25.794" v="247" actId="207"/>
          <ac:spMkLst>
            <pc:docMk/>
            <pc:sldMk cId="0" sldId="260"/>
            <ac:spMk id="24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21:41.903" v="350" actId="207"/>
          <ac:spMkLst>
            <pc:docMk/>
            <pc:sldMk cId="0" sldId="260"/>
            <ac:spMk id="32" creationId="{00000000-0000-0000-0000-000000000000}"/>
          </ac:spMkLst>
        </pc:spChg>
      </pc:sldChg>
      <pc:sldChg chg="delSp modSp mod">
        <pc:chgData name="lohitha rompicharla" userId="befeb51f04064f59" providerId="LiveId" clId="{BD374E45-F2FF-4913-8748-CF46F4B435AB}" dt="2026-04-19T19:07:12.222" v="246" actId="14100"/>
        <pc:sldMkLst>
          <pc:docMk/>
          <pc:sldMk cId="0" sldId="261"/>
        </pc:sldMkLst>
        <pc:spChg chg="mod">
          <ac:chgData name="lohitha rompicharla" userId="befeb51f04064f59" providerId="LiveId" clId="{BD374E45-F2FF-4913-8748-CF46F4B435AB}" dt="2026-04-19T19:06:51.206" v="243" actId="20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6:57.876" v="244" actId="207"/>
          <ac:spMkLst>
            <pc:docMk/>
            <pc:sldMk cId="0" sldId="261"/>
            <ac:spMk id="21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07:01.756" v="245" actId="478"/>
          <ac:spMkLst>
            <pc:docMk/>
            <pc:sldMk cId="0" sldId="261"/>
            <ac:spMk id="41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7:12.222" v="246" actId="14100"/>
          <ac:spMkLst>
            <pc:docMk/>
            <pc:sldMk cId="0" sldId="261"/>
            <ac:spMk id="42" creationId="{00000000-0000-0000-0000-000000000000}"/>
          </ac:spMkLst>
        </pc:spChg>
      </pc:sldChg>
      <pc:sldChg chg="addSp delSp modSp mod">
        <pc:chgData name="lohitha rompicharla" userId="befeb51f04064f59" providerId="LiveId" clId="{BD374E45-F2FF-4913-8748-CF46F4B435AB}" dt="2026-04-19T19:15:48.862" v="291" actId="208"/>
        <pc:sldMkLst>
          <pc:docMk/>
          <pc:sldMk cId="0" sldId="262"/>
        </pc:sldMkLst>
        <pc:spChg chg="mod">
          <ac:chgData name="lohitha rompicharla" userId="befeb51f04064f59" providerId="LiveId" clId="{BD374E45-F2FF-4913-8748-CF46F4B435AB}" dt="2026-04-19T19:14:24.886" v="277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5:35.442" v="287" actId="208"/>
          <ac:spMkLst>
            <pc:docMk/>
            <pc:sldMk cId="0" sldId="262"/>
            <ac:spMk id="4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3:47.300" v="271" actId="207"/>
          <ac:spMkLst>
            <pc:docMk/>
            <pc:sldMk cId="0" sldId="262"/>
            <ac:spMk id="5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8:29.193" v="257" actId="207"/>
          <ac:spMkLst>
            <pc:docMk/>
            <pc:sldMk cId="0" sldId="262"/>
            <ac:spMk id="6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3:58.532" v="272" actId="207"/>
          <ac:spMkLst>
            <pc:docMk/>
            <pc:sldMk cId="0" sldId="262"/>
            <ac:spMk id="8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4:02.090" v="273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8:25.039" v="256" actId="20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3:43.559" v="270" actId="207"/>
          <ac:spMkLst>
            <pc:docMk/>
            <pc:sldMk cId="0" sldId="262"/>
            <ac:spMk id="13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5:41.692" v="289" actId="208"/>
          <ac:spMkLst>
            <pc:docMk/>
            <pc:sldMk cId="0" sldId="262"/>
            <ac:spMk id="16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5:16.502" v="285" actId="207"/>
          <ac:spMkLst>
            <pc:docMk/>
            <pc:sldMk cId="0" sldId="262"/>
            <ac:spMk id="17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5:38.392" v="288" actId="208"/>
          <ac:spMkLst>
            <pc:docMk/>
            <pc:sldMk cId="0" sldId="262"/>
            <ac:spMk id="21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8:25.039" v="256" actId="207"/>
          <ac:spMkLst>
            <pc:docMk/>
            <pc:sldMk cId="0" sldId="262"/>
            <ac:spMk id="23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8:29.193" v="257" actId="207"/>
          <ac:spMkLst>
            <pc:docMk/>
            <pc:sldMk cId="0" sldId="262"/>
            <ac:spMk id="27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8:29.193" v="257" actId="207"/>
          <ac:spMkLst>
            <pc:docMk/>
            <pc:sldMk cId="0" sldId="262"/>
            <ac:spMk id="28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8:29.193" v="257" actId="207"/>
          <ac:spMkLst>
            <pc:docMk/>
            <pc:sldMk cId="0" sldId="262"/>
            <ac:spMk id="29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5:45.298" v="290" actId="208"/>
          <ac:spMkLst>
            <pc:docMk/>
            <pc:sldMk cId="0" sldId="262"/>
            <ac:spMk id="31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4:08.388" v="274" actId="207"/>
          <ac:spMkLst>
            <pc:docMk/>
            <pc:sldMk cId="0" sldId="262"/>
            <ac:spMk id="32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8:25.039" v="256" actId="207"/>
          <ac:spMkLst>
            <pc:docMk/>
            <pc:sldMk cId="0" sldId="262"/>
            <ac:spMk id="33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4:48.373" v="281" actId="207"/>
          <ac:spMkLst>
            <pc:docMk/>
            <pc:sldMk cId="0" sldId="262"/>
            <ac:spMk id="35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8:29.193" v="257" actId="207"/>
          <ac:spMkLst>
            <pc:docMk/>
            <pc:sldMk cId="0" sldId="262"/>
            <ac:spMk id="36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4:57.892" v="283" actId="207"/>
          <ac:spMkLst>
            <pc:docMk/>
            <pc:sldMk cId="0" sldId="262"/>
            <ac:spMk id="39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5:02.337" v="284" actId="207"/>
          <ac:spMkLst>
            <pc:docMk/>
            <pc:sldMk cId="0" sldId="262"/>
            <ac:spMk id="41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5:48.862" v="291" actId="208"/>
          <ac:spMkLst>
            <pc:docMk/>
            <pc:sldMk cId="0" sldId="262"/>
            <ac:spMk id="43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5:20.028" v="286" actId="207"/>
          <ac:spMkLst>
            <pc:docMk/>
            <pc:sldMk cId="0" sldId="262"/>
            <ac:spMk id="44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8:25.039" v="256" actId="207"/>
          <ac:spMkLst>
            <pc:docMk/>
            <pc:sldMk cId="0" sldId="262"/>
            <ac:spMk id="51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8:25.039" v="256" actId="207"/>
          <ac:spMkLst>
            <pc:docMk/>
            <pc:sldMk cId="0" sldId="262"/>
            <ac:spMk id="53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8:29.193" v="257" actId="207"/>
          <ac:spMkLst>
            <pc:docMk/>
            <pc:sldMk cId="0" sldId="262"/>
            <ac:spMk id="56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08:25.039" v="256" actId="207"/>
          <ac:spMkLst>
            <pc:docMk/>
            <pc:sldMk cId="0" sldId="262"/>
            <ac:spMk id="57" creationId="{00000000-0000-0000-0000-000000000000}"/>
          </ac:spMkLst>
        </pc:spChg>
        <pc:graphicFrameChg chg="add del modGraphic">
          <ac:chgData name="lohitha rompicharla" userId="befeb51f04064f59" providerId="LiveId" clId="{BD374E45-F2FF-4913-8748-CF46F4B435AB}" dt="2026-04-19T19:08:15.400" v="255" actId="478"/>
          <ac:graphicFrameMkLst>
            <pc:docMk/>
            <pc:sldMk cId="0" sldId="262"/>
            <ac:graphicFrameMk id="60" creationId="{A0B2EF06-2FDB-07E6-C402-5FCE6E56A156}"/>
          </ac:graphicFrameMkLst>
        </pc:graphicFrameChg>
      </pc:sldChg>
      <pc:sldChg chg="delSp modSp mod">
        <pc:chgData name="lohitha rompicharla" userId="befeb51f04064f59" providerId="LiveId" clId="{BD374E45-F2FF-4913-8748-CF46F4B435AB}" dt="2026-04-19T19:19:27.030" v="332" actId="20577"/>
        <pc:sldMkLst>
          <pc:docMk/>
          <pc:sldMk cId="0" sldId="263"/>
        </pc:sldMkLst>
        <pc:spChg chg="mod">
          <ac:chgData name="lohitha rompicharla" userId="befeb51f04064f59" providerId="LiveId" clId="{BD374E45-F2FF-4913-8748-CF46F4B435AB}" dt="2026-04-19T19:15:58.154" v="292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6:12.329" v="293" actId="207"/>
          <ac:spMkLst>
            <pc:docMk/>
            <pc:sldMk cId="0" sldId="263"/>
            <ac:spMk id="5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7:58.859" v="311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8:03.687" v="312" actId="207"/>
          <ac:spMkLst>
            <pc:docMk/>
            <pc:sldMk cId="0" sldId="263"/>
            <ac:spMk id="7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18:42.349" v="321" actId="478"/>
          <ac:spMkLst>
            <pc:docMk/>
            <pc:sldMk cId="0" sldId="263"/>
            <ac:spMk id="10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8:37.644" v="320" actId="20577"/>
          <ac:spMkLst>
            <pc:docMk/>
            <pc:sldMk cId="0" sldId="263"/>
            <ac:spMk id="11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18:49.436" v="323" actId="478"/>
          <ac:spMkLst>
            <pc:docMk/>
            <pc:sldMk cId="0" sldId="263"/>
            <ac:spMk id="12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8:46.105" v="322" actId="2057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6:22.061" v="295" actId="207"/>
          <ac:spMkLst>
            <pc:docMk/>
            <pc:sldMk cId="0" sldId="263"/>
            <ac:spMk id="15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19:08.767" v="327" actId="478"/>
          <ac:spMkLst>
            <pc:docMk/>
            <pc:sldMk cId="0" sldId="263"/>
            <ac:spMk id="20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8:58.017" v="324" actId="20577"/>
          <ac:spMkLst>
            <pc:docMk/>
            <pc:sldMk cId="0" sldId="263"/>
            <ac:spMk id="21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19:04.160" v="326" actId="478"/>
          <ac:spMkLst>
            <pc:docMk/>
            <pc:sldMk cId="0" sldId="263"/>
            <ac:spMk id="22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9:01.115" v="325" actId="20577"/>
          <ac:spMkLst>
            <pc:docMk/>
            <pc:sldMk cId="0" sldId="263"/>
            <ac:spMk id="23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6:16.506" v="294" actId="207"/>
          <ac:spMkLst>
            <pc:docMk/>
            <pc:sldMk cId="0" sldId="263"/>
            <ac:spMk id="25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8:07.425" v="313" actId="207"/>
          <ac:spMkLst>
            <pc:docMk/>
            <pc:sldMk cId="0" sldId="263"/>
            <ac:spMk id="26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8:12.183" v="314" actId="207"/>
          <ac:spMkLst>
            <pc:docMk/>
            <pc:sldMk cId="0" sldId="263"/>
            <ac:spMk id="27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19:19.100" v="329" actId="478"/>
          <ac:spMkLst>
            <pc:docMk/>
            <pc:sldMk cId="0" sldId="263"/>
            <ac:spMk id="30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9:24.482" v="331" actId="20577"/>
          <ac:spMkLst>
            <pc:docMk/>
            <pc:sldMk cId="0" sldId="263"/>
            <ac:spMk id="31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19:21.932" v="330" actId="478"/>
          <ac:spMkLst>
            <pc:docMk/>
            <pc:sldMk cId="0" sldId="263"/>
            <ac:spMk id="32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9:27.030" v="332" actId="20577"/>
          <ac:spMkLst>
            <pc:docMk/>
            <pc:sldMk cId="0" sldId="263"/>
            <ac:spMk id="33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7:43.493" v="309" actId="207"/>
          <ac:spMkLst>
            <pc:docMk/>
            <pc:sldMk cId="0" sldId="263"/>
            <ac:spMk id="34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9:14.373" v="328" actId="207"/>
          <ac:spMkLst>
            <pc:docMk/>
            <pc:sldMk cId="0" sldId="263"/>
            <ac:spMk id="35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8:25.245" v="316" actId="207"/>
          <ac:spMkLst>
            <pc:docMk/>
            <pc:sldMk cId="0" sldId="263"/>
            <ac:spMk id="36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6:52.951" v="298" actId="207"/>
          <ac:spMkLst>
            <pc:docMk/>
            <pc:sldMk cId="0" sldId="263"/>
            <ac:spMk id="37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6:58.110" v="299" actId="207"/>
          <ac:spMkLst>
            <pc:docMk/>
            <pc:sldMk cId="0" sldId="263"/>
            <ac:spMk id="38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8:29.913" v="318" actId="207"/>
          <ac:spMkLst>
            <pc:docMk/>
            <pc:sldMk cId="0" sldId="263"/>
            <ac:spMk id="40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7:29.437" v="307" actId="207"/>
          <ac:spMkLst>
            <pc:docMk/>
            <pc:sldMk cId="0" sldId="263"/>
            <ac:spMk id="41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7:03.196" v="300" actId="207"/>
          <ac:spMkLst>
            <pc:docMk/>
            <pc:sldMk cId="0" sldId="263"/>
            <ac:spMk id="42" creationId="{00000000-0000-0000-0000-000000000000}"/>
          </ac:spMkLst>
        </pc:spChg>
      </pc:sldChg>
      <pc:sldChg chg="delSp modSp mod">
        <pc:chgData name="lohitha rompicharla" userId="befeb51f04064f59" providerId="LiveId" clId="{BD374E45-F2FF-4913-8748-CF46F4B435AB}" dt="2026-04-19T19:21:24.806" v="349" actId="207"/>
        <pc:sldMkLst>
          <pc:docMk/>
          <pc:sldMk cId="0" sldId="264"/>
        </pc:sldMkLst>
        <pc:spChg chg="mod">
          <ac:chgData name="lohitha rompicharla" userId="befeb51f04064f59" providerId="LiveId" clId="{BD374E45-F2FF-4913-8748-CF46F4B435AB}" dt="2026-04-19T19:20:04.210" v="335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19:53.977" v="334" actId="207"/>
          <ac:spMkLst>
            <pc:docMk/>
            <pc:sldMk cId="0" sldId="264"/>
            <ac:spMk id="4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20:22.643" v="337" actId="207"/>
          <ac:spMkLst>
            <pc:docMk/>
            <pc:sldMk cId="0" sldId="264"/>
            <ac:spMk id="5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20:38.150" v="339" actId="207"/>
          <ac:spMkLst>
            <pc:docMk/>
            <pc:sldMk cId="0" sldId="264"/>
            <ac:spMk id="9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20:32.705" v="338" actId="20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21:20.139" v="348" actId="207"/>
          <ac:spMkLst>
            <pc:docMk/>
            <pc:sldMk cId="0" sldId="264"/>
            <ac:spMk id="22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21:24.806" v="349" actId="207"/>
          <ac:spMkLst>
            <pc:docMk/>
            <pc:sldMk cId="0" sldId="264"/>
            <ac:spMk id="30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20:57.131" v="341" actId="20577"/>
          <ac:spMkLst>
            <pc:docMk/>
            <pc:sldMk cId="0" sldId="264"/>
            <ac:spMk id="37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21:00.642" v="342" actId="207"/>
          <ac:spMkLst>
            <pc:docMk/>
            <pc:sldMk cId="0" sldId="264"/>
            <ac:spMk id="38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9:21:05.286" v="343" actId="20577"/>
          <ac:spMkLst>
            <pc:docMk/>
            <pc:sldMk cId="0" sldId="264"/>
            <ac:spMk id="41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21:14.943" v="347" actId="478"/>
          <ac:spMkLst>
            <pc:docMk/>
            <pc:sldMk cId="0" sldId="264"/>
            <ac:spMk id="43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21:07.712" v="344" actId="478"/>
          <ac:spMkLst>
            <pc:docMk/>
            <pc:sldMk cId="0" sldId="264"/>
            <ac:spMk id="45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21:10.337" v="345" actId="478"/>
          <ac:spMkLst>
            <pc:docMk/>
            <pc:sldMk cId="0" sldId="264"/>
            <ac:spMk id="47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9:21:12.473" v="346" actId="478"/>
          <ac:spMkLst>
            <pc:docMk/>
            <pc:sldMk cId="0" sldId="264"/>
            <ac:spMk id="49" creationId="{00000000-0000-0000-0000-000000000000}"/>
          </ac:spMkLst>
        </pc:spChg>
      </pc:sldChg>
      <pc:sldChg chg="delSp modSp mod">
        <pc:chgData name="lohitha rompicharla" userId="befeb51f04064f59" providerId="LiveId" clId="{BD374E45-F2FF-4913-8748-CF46F4B435AB}" dt="2026-04-19T18:22:08.970" v="100" actId="207"/>
        <pc:sldMkLst>
          <pc:docMk/>
          <pc:sldMk cId="0" sldId="265"/>
        </pc:sldMkLst>
        <pc:spChg chg="mod">
          <ac:chgData name="lohitha rompicharla" userId="befeb51f04064f59" providerId="LiveId" clId="{BD374E45-F2FF-4913-8748-CF46F4B435AB}" dt="2026-04-19T18:22:08.970" v="100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21:08.234" v="87" actId="207"/>
          <ac:spMkLst>
            <pc:docMk/>
            <pc:sldMk cId="0" sldId="265"/>
            <ac:spMk id="4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21:10.723" v="88" actId="207"/>
          <ac:spMkLst>
            <pc:docMk/>
            <pc:sldMk cId="0" sldId="265"/>
            <ac:spMk id="15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21:16.194" v="89" actId="478"/>
          <ac:spMkLst>
            <pc:docMk/>
            <pc:sldMk cId="0" sldId="265"/>
            <ac:spMk id="28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21:32.131" v="93" actId="207"/>
          <ac:spMkLst>
            <pc:docMk/>
            <pc:sldMk cId="0" sldId="265"/>
            <ac:spMk id="29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21:36.193" v="95" actId="207"/>
          <ac:spMkLst>
            <pc:docMk/>
            <pc:sldMk cId="0" sldId="265"/>
            <ac:spMk id="30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21:26.053" v="91" actId="207"/>
          <ac:spMkLst>
            <pc:docMk/>
            <pc:sldMk cId="0" sldId="265"/>
            <ac:spMk id="34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21:19.551" v="90" actId="478"/>
          <ac:spMkLst>
            <pc:docMk/>
            <pc:sldMk cId="0" sldId="265"/>
            <ac:spMk id="42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21:40.937" v="96" actId="207"/>
          <ac:spMkLst>
            <pc:docMk/>
            <pc:sldMk cId="0" sldId="265"/>
            <ac:spMk id="48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21:45.553" v="97" actId="207"/>
          <ac:spMkLst>
            <pc:docMk/>
            <pc:sldMk cId="0" sldId="265"/>
            <ac:spMk id="51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21:49.302" v="98" actId="207"/>
          <ac:spMkLst>
            <pc:docMk/>
            <pc:sldMk cId="0" sldId="265"/>
            <ac:spMk id="53" creationId="{00000000-0000-0000-0000-000000000000}"/>
          </ac:spMkLst>
        </pc:spChg>
      </pc:sldChg>
      <pc:sldChg chg="delSp modSp mod">
        <pc:chgData name="lohitha rompicharla" userId="befeb51f04064f59" providerId="LiveId" clId="{BD374E45-F2FF-4913-8748-CF46F4B435AB}" dt="2026-04-19T18:19:51.801" v="85" actId="478"/>
        <pc:sldMkLst>
          <pc:docMk/>
          <pc:sldMk cId="0" sldId="266"/>
        </pc:sldMkLst>
        <pc:spChg chg="mod">
          <ac:chgData name="lohitha rompicharla" userId="befeb51f04064f59" providerId="LiveId" clId="{BD374E45-F2FF-4913-8748-CF46F4B435AB}" dt="2026-04-19T18:17:15.648" v="18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6:02.361" v="8" actId="207"/>
          <ac:spMkLst>
            <pc:docMk/>
            <pc:sldMk cId="0" sldId="266"/>
            <ac:spMk id="5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6:51.383" v="13" actId="207"/>
          <ac:spMkLst>
            <pc:docMk/>
            <pc:sldMk cId="0" sldId="266"/>
            <ac:spMk id="6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17:38.182" v="19" actId="478"/>
          <ac:spMkLst>
            <pc:docMk/>
            <pc:sldMk cId="0" sldId="266"/>
            <ac:spMk id="8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7:57.958" v="22" actId="1076"/>
          <ac:spMkLst>
            <pc:docMk/>
            <pc:sldMk cId="0" sldId="266"/>
            <ac:spMk id="9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18:39.616" v="31" actId="478"/>
          <ac:spMkLst>
            <pc:docMk/>
            <pc:sldMk cId="0" sldId="266"/>
            <ac:spMk id="11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8:45.325" v="34" actId="20577"/>
          <ac:spMkLst>
            <pc:docMk/>
            <pc:sldMk cId="0" sldId="266"/>
            <ac:spMk id="12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18:41.646" v="32" actId="478"/>
          <ac:spMkLst>
            <pc:docMk/>
            <pc:sldMk cId="0" sldId="266"/>
            <ac:spMk id="13" creationId="{00000000-0000-0000-0000-000000000000}"/>
          </ac:spMkLst>
        </pc:spChg>
        <pc:spChg chg="del mod">
          <ac:chgData name="lohitha rompicharla" userId="befeb51f04064f59" providerId="LiveId" clId="{BD374E45-F2FF-4913-8748-CF46F4B435AB}" dt="2026-04-19T18:18:39.616" v="31" actId="478"/>
          <ac:spMkLst>
            <pc:docMk/>
            <pc:sldMk cId="0" sldId="266"/>
            <ac:spMk id="14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5:42.636" v="6" actId="207"/>
          <ac:spMkLst>
            <pc:docMk/>
            <pc:sldMk cId="0" sldId="266"/>
            <ac:spMk id="15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5:48.463" v="7" actId="207"/>
          <ac:spMkLst>
            <pc:docMk/>
            <pc:sldMk cId="0" sldId="266"/>
            <ac:spMk id="16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6:55.164" v="14" actId="207"/>
          <ac:spMkLst>
            <pc:docMk/>
            <pc:sldMk cId="0" sldId="266"/>
            <ac:spMk id="17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17:40.872" v="20" actId="478"/>
          <ac:spMkLst>
            <pc:docMk/>
            <pc:sldMk cId="0" sldId="266"/>
            <ac:spMk id="19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8:03.159" v="23" actId="1076"/>
          <ac:spMkLst>
            <pc:docMk/>
            <pc:sldMk cId="0" sldId="266"/>
            <ac:spMk id="20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19:03.107" v="44" actId="478"/>
          <ac:spMkLst>
            <pc:docMk/>
            <pc:sldMk cId="0" sldId="266"/>
            <ac:spMk id="22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8:53.487" v="35" actId="20577"/>
          <ac:spMkLst>
            <pc:docMk/>
            <pc:sldMk cId="0" sldId="266"/>
            <ac:spMk id="23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19:04.793" v="45" actId="478"/>
          <ac:spMkLst>
            <pc:docMk/>
            <pc:sldMk cId="0" sldId="266"/>
            <ac:spMk id="24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9:00.998" v="43" actId="20577"/>
          <ac:spMkLst>
            <pc:docMk/>
            <pc:sldMk cId="0" sldId="266"/>
            <ac:spMk id="25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6:06.491" v="9" actId="207"/>
          <ac:spMkLst>
            <pc:docMk/>
            <pc:sldMk cId="0" sldId="266"/>
            <ac:spMk id="27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6:58.563" v="15" actId="207"/>
          <ac:spMkLst>
            <pc:docMk/>
            <pc:sldMk cId="0" sldId="266"/>
            <ac:spMk id="28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17:47.724" v="21" actId="478"/>
          <ac:spMkLst>
            <pc:docMk/>
            <pc:sldMk cId="0" sldId="266"/>
            <ac:spMk id="30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8:10.291" v="24" actId="1076"/>
          <ac:spMkLst>
            <pc:docMk/>
            <pc:sldMk cId="0" sldId="266"/>
            <ac:spMk id="31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19:11.764" v="48" actId="478"/>
          <ac:spMkLst>
            <pc:docMk/>
            <pc:sldMk cId="0" sldId="266"/>
            <ac:spMk id="33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9:08.096" v="47" actId="20577"/>
          <ac:spMkLst>
            <pc:docMk/>
            <pc:sldMk cId="0" sldId="266"/>
            <ac:spMk id="34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19:20.119" v="57" actId="478"/>
          <ac:spMkLst>
            <pc:docMk/>
            <pc:sldMk cId="0" sldId="266"/>
            <ac:spMk id="35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9:16.878" v="56" actId="20577"/>
          <ac:spMkLst>
            <pc:docMk/>
            <pc:sldMk cId="0" sldId="266"/>
            <ac:spMk id="36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6:10.664" v="10" actId="207"/>
          <ac:spMkLst>
            <pc:docMk/>
            <pc:sldMk cId="0" sldId="266"/>
            <ac:spMk id="38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7:02.169" v="16" actId="207"/>
          <ac:spMkLst>
            <pc:docMk/>
            <pc:sldMk cId="0" sldId="266"/>
            <ac:spMk id="39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18:12.990" v="25" actId="478"/>
          <ac:spMkLst>
            <pc:docMk/>
            <pc:sldMk cId="0" sldId="266"/>
            <ac:spMk id="41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8:16.956" v="26" actId="1076"/>
          <ac:spMkLst>
            <pc:docMk/>
            <pc:sldMk cId="0" sldId="266"/>
            <ac:spMk id="42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19:34.971" v="67" actId="478"/>
          <ac:spMkLst>
            <pc:docMk/>
            <pc:sldMk cId="0" sldId="266"/>
            <ac:spMk id="44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9:25.169" v="63" actId="20577"/>
          <ac:spMkLst>
            <pc:docMk/>
            <pc:sldMk cId="0" sldId="266"/>
            <ac:spMk id="45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19:36.938" v="68" actId="478"/>
          <ac:spMkLst>
            <pc:docMk/>
            <pc:sldMk cId="0" sldId="266"/>
            <ac:spMk id="46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9:32.719" v="66" actId="20577"/>
          <ac:spMkLst>
            <pc:docMk/>
            <pc:sldMk cId="0" sldId="266"/>
            <ac:spMk id="47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6:14.828" v="11" actId="207"/>
          <ac:spMkLst>
            <pc:docMk/>
            <pc:sldMk cId="0" sldId="266"/>
            <ac:spMk id="49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7:05.842" v="17" actId="207"/>
          <ac:spMkLst>
            <pc:docMk/>
            <pc:sldMk cId="0" sldId="266"/>
            <ac:spMk id="50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18:18.640" v="27" actId="478"/>
          <ac:spMkLst>
            <pc:docMk/>
            <pc:sldMk cId="0" sldId="266"/>
            <ac:spMk id="52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8:23.548" v="28" actId="1076"/>
          <ac:spMkLst>
            <pc:docMk/>
            <pc:sldMk cId="0" sldId="266"/>
            <ac:spMk id="53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19:49.883" v="84" actId="478"/>
          <ac:spMkLst>
            <pc:docMk/>
            <pc:sldMk cId="0" sldId="266"/>
            <ac:spMk id="55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9:42.196" v="73" actId="20577"/>
          <ac:spMkLst>
            <pc:docMk/>
            <pc:sldMk cId="0" sldId="266"/>
            <ac:spMk id="56" creationId="{00000000-0000-0000-0000-000000000000}"/>
          </ac:spMkLst>
        </pc:spChg>
        <pc:spChg chg="del">
          <ac:chgData name="lohitha rompicharla" userId="befeb51f04064f59" providerId="LiveId" clId="{BD374E45-F2FF-4913-8748-CF46F4B435AB}" dt="2026-04-19T18:19:51.801" v="85" actId="478"/>
          <ac:spMkLst>
            <pc:docMk/>
            <pc:sldMk cId="0" sldId="266"/>
            <ac:spMk id="57" creationId="{00000000-0000-0000-0000-000000000000}"/>
          </ac:spMkLst>
        </pc:spChg>
        <pc:spChg chg="mod">
          <ac:chgData name="lohitha rompicharla" userId="befeb51f04064f59" providerId="LiveId" clId="{BD374E45-F2FF-4913-8748-CF46F4B435AB}" dt="2026-04-19T18:19:47.800" v="83" actId="20577"/>
          <ac:spMkLst>
            <pc:docMk/>
            <pc:sldMk cId="0" sldId="266"/>
            <ac:spMk id="58" creationId="{00000000-0000-0000-0000-000000000000}"/>
          </ac:spMkLst>
        </pc:spChg>
      </pc:sldChg>
      <pc:sldChg chg="delSp mod">
        <pc:chgData name="lohitha rompicharla" userId="befeb51f04064f59" providerId="LiveId" clId="{BD374E45-F2FF-4913-8748-CF46F4B435AB}" dt="2026-04-19T18:32:33.286" v="132" actId="478"/>
        <pc:sldMkLst>
          <pc:docMk/>
          <pc:sldMk cId="0" sldId="267"/>
        </pc:sldMkLst>
        <pc:spChg chg="del">
          <ac:chgData name="lohitha rompicharla" userId="befeb51f04064f59" providerId="LiveId" clId="{BD374E45-F2FF-4913-8748-CF46F4B435AB}" dt="2026-04-19T18:32:33.286" v="132" actId="478"/>
          <ac:spMkLst>
            <pc:docMk/>
            <pc:sldMk cId="0" sldId="267"/>
            <ac:spMk id="8" creationId="{00000000-0000-0000-0000-000000000000}"/>
          </ac:spMkLst>
        </pc:spChg>
        <pc:picChg chg="del">
          <ac:chgData name="lohitha rompicharla" userId="befeb51f04064f59" providerId="LiveId" clId="{BD374E45-F2FF-4913-8748-CF46F4B435AB}" dt="2026-04-19T18:32:27.977" v="131" actId="478"/>
          <ac:picMkLst>
            <pc:docMk/>
            <pc:sldMk cId="0" sldId="267"/>
            <ac:picMk id="27" creationId="{00000000-0000-0000-0000-000000000000}"/>
          </ac:picMkLst>
        </pc:picChg>
      </pc:sldChg>
      <pc:sldChg chg="addSp modSp new del mod">
        <pc:chgData name="lohitha rompicharla" userId="befeb51f04064f59" providerId="LiveId" clId="{BD374E45-F2FF-4913-8748-CF46F4B435AB}" dt="2026-04-19T18:52:05.124" v="189" actId="47"/>
        <pc:sldMkLst>
          <pc:docMk/>
          <pc:sldMk cId="1257657841" sldId="268"/>
        </pc:sldMkLst>
        <pc:spChg chg="add mod">
          <ac:chgData name="lohitha rompicharla" userId="befeb51f04064f59" providerId="LiveId" clId="{BD374E45-F2FF-4913-8748-CF46F4B435AB}" dt="2026-04-19T18:49:20.442" v="171" actId="14100"/>
          <ac:spMkLst>
            <pc:docMk/>
            <pc:sldMk cId="1257657841" sldId="268"/>
            <ac:spMk id="2" creationId="{1544EC66-3E5E-0108-92A9-DD255955365F}"/>
          </ac:spMkLst>
        </pc:spChg>
        <pc:spChg chg="add mod">
          <ac:chgData name="lohitha rompicharla" userId="befeb51f04064f59" providerId="LiveId" clId="{BD374E45-F2FF-4913-8748-CF46F4B435AB}" dt="2026-04-19T18:49:20.442" v="171" actId="14100"/>
          <ac:spMkLst>
            <pc:docMk/>
            <pc:sldMk cId="1257657841" sldId="268"/>
            <ac:spMk id="3" creationId="{612766AA-B535-4DE3-10C1-305A6C30354C}"/>
          </ac:spMkLst>
        </pc:spChg>
        <pc:spChg chg="add mod">
          <ac:chgData name="lohitha rompicharla" userId="befeb51f04064f59" providerId="LiveId" clId="{BD374E45-F2FF-4913-8748-CF46F4B435AB}" dt="2026-04-19T18:49:20.442" v="171" actId="14100"/>
          <ac:spMkLst>
            <pc:docMk/>
            <pc:sldMk cId="1257657841" sldId="268"/>
            <ac:spMk id="6" creationId="{7623AD2E-0166-3EB9-12D6-E854B212DE78}"/>
          </ac:spMkLst>
        </pc:spChg>
        <pc:spChg chg="mod">
          <ac:chgData name="lohitha rompicharla" userId="befeb51f04064f59" providerId="LiveId" clId="{BD374E45-F2FF-4913-8748-CF46F4B435AB}" dt="2026-04-19T18:49:15.529" v="170" actId="255"/>
          <ac:spMkLst>
            <pc:docMk/>
            <pc:sldMk cId="1257657841" sldId="268"/>
            <ac:spMk id="8" creationId="{C70BB20C-ECC0-2EAC-958E-2BC18606A8C7}"/>
          </ac:spMkLst>
        </pc:spChg>
        <pc:spChg chg="mod">
          <ac:chgData name="lohitha rompicharla" userId="befeb51f04064f59" providerId="LiveId" clId="{BD374E45-F2FF-4913-8748-CF46F4B435AB}" dt="2026-04-19T18:49:15.529" v="170" actId="255"/>
          <ac:spMkLst>
            <pc:docMk/>
            <pc:sldMk cId="1257657841" sldId="268"/>
            <ac:spMk id="9" creationId="{656C50FD-E9B9-8567-0CAC-032BBE8770CE}"/>
          </ac:spMkLst>
        </pc:spChg>
        <pc:spChg chg="add mod">
          <ac:chgData name="lohitha rompicharla" userId="befeb51f04064f59" providerId="LiveId" clId="{BD374E45-F2FF-4913-8748-CF46F4B435AB}" dt="2026-04-19T18:49:20.442" v="171" actId="14100"/>
          <ac:spMkLst>
            <pc:docMk/>
            <pc:sldMk cId="1257657841" sldId="268"/>
            <ac:spMk id="10" creationId="{DFA28EBF-4037-DCFD-288A-BDBC83331EC1}"/>
          </ac:spMkLst>
        </pc:spChg>
        <pc:spChg chg="add mod">
          <ac:chgData name="lohitha rompicharla" userId="befeb51f04064f59" providerId="LiveId" clId="{BD374E45-F2FF-4913-8748-CF46F4B435AB}" dt="2026-04-19T18:49:20.442" v="171" actId="14100"/>
          <ac:spMkLst>
            <pc:docMk/>
            <pc:sldMk cId="1257657841" sldId="268"/>
            <ac:spMk id="14" creationId="{5FA5DC66-B35F-E7F9-D836-21ACDBBC0719}"/>
          </ac:spMkLst>
        </pc:spChg>
        <pc:spChg chg="add mod">
          <ac:chgData name="lohitha rompicharla" userId="befeb51f04064f59" providerId="LiveId" clId="{BD374E45-F2FF-4913-8748-CF46F4B435AB}" dt="2026-04-19T18:49:20.442" v="171" actId="14100"/>
          <ac:spMkLst>
            <pc:docMk/>
            <pc:sldMk cId="1257657841" sldId="268"/>
            <ac:spMk id="15" creationId="{F411FF65-087D-9AD7-DCB7-51FAD6BF8F69}"/>
          </ac:spMkLst>
        </pc:spChg>
        <pc:spChg chg="add mod">
          <ac:chgData name="lohitha rompicharla" userId="befeb51f04064f59" providerId="LiveId" clId="{BD374E45-F2FF-4913-8748-CF46F4B435AB}" dt="2026-04-19T18:49:20.442" v="171" actId="14100"/>
          <ac:spMkLst>
            <pc:docMk/>
            <pc:sldMk cId="1257657841" sldId="268"/>
            <ac:spMk id="17" creationId="{E2F488F7-CCEE-D7AE-908C-D64ADE7295BF}"/>
          </ac:spMkLst>
        </pc:spChg>
        <pc:spChg chg="mod">
          <ac:chgData name="lohitha rompicharla" userId="befeb51f04064f59" providerId="LiveId" clId="{BD374E45-F2FF-4913-8748-CF46F4B435AB}" dt="2026-04-19T18:49:15.529" v="170" actId="255"/>
          <ac:spMkLst>
            <pc:docMk/>
            <pc:sldMk cId="1257657841" sldId="268"/>
            <ac:spMk id="18" creationId="{5D689E36-D4B2-5212-F917-F17BDF36CAB1}"/>
          </ac:spMkLst>
        </pc:spChg>
        <pc:spChg chg="mod">
          <ac:chgData name="lohitha rompicharla" userId="befeb51f04064f59" providerId="LiveId" clId="{BD374E45-F2FF-4913-8748-CF46F4B435AB}" dt="2026-04-19T18:49:15.529" v="170" actId="255"/>
          <ac:spMkLst>
            <pc:docMk/>
            <pc:sldMk cId="1257657841" sldId="268"/>
            <ac:spMk id="19" creationId="{5612D30A-8509-1207-D662-7E776A3E1EF3}"/>
          </ac:spMkLst>
        </pc:spChg>
        <pc:spChg chg="add mod">
          <ac:chgData name="lohitha rompicharla" userId="befeb51f04064f59" providerId="LiveId" clId="{BD374E45-F2FF-4913-8748-CF46F4B435AB}" dt="2026-04-19T18:49:41.697" v="173" actId="14100"/>
          <ac:spMkLst>
            <pc:docMk/>
            <pc:sldMk cId="1257657841" sldId="268"/>
            <ac:spMk id="20" creationId="{D3FD44B7-5A4C-5A67-EA3B-9450D7224898}"/>
          </ac:spMkLst>
        </pc:spChg>
        <pc:spChg chg="add mod">
          <ac:chgData name="lohitha rompicharla" userId="befeb51f04064f59" providerId="LiveId" clId="{BD374E45-F2FF-4913-8748-CF46F4B435AB}" dt="2026-04-19T18:49:20.442" v="171" actId="14100"/>
          <ac:spMkLst>
            <pc:docMk/>
            <pc:sldMk cId="1257657841" sldId="268"/>
            <ac:spMk id="22" creationId="{BDD8B27A-A484-745B-3711-227FAE6B67CD}"/>
          </ac:spMkLst>
        </pc:spChg>
        <pc:spChg chg="add mod">
          <ac:chgData name="lohitha rompicharla" userId="befeb51f04064f59" providerId="LiveId" clId="{BD374E45-F2FF-4913-8748-CF46F4B435AB}" dt="2026-04-19T18:49:52.956" v="182" actId="20577"/>
          <ac:spMkLst>
            <pc:docMk/>
            <pc:sldMk cId="1257657841" sldId="268"/>
            <ac:spMk id="23" creationId="{538C7216-A677-D2A3-DD4E-483D843BDB5D}"/>
          </ac:spMkLst>
        </pc:spChg>
        <pc:spChg chg="mod">
          <ac:chgData name="lohitha rompicharla" userId="befeb51f04064f59" providerId="LiveId" clId="{BD374E45-F2FF-4913-8748-CF46F4B435AB}" dt="2026-04-19T18:50:01.831" v="184" actId="14100"/>
          <ac:spMkLst>
            <pc:docMk/>
            <pc:sldMk cId="1257657841" sldId="268"/>
            <ac:spMk id="24" creationId="{422DCEDF-BB3A-D77D-2B0B-3F835399D715}"/>
          </ac:spMkLst>
        </pc:spChg>
      </pc:sldChg>
      <pc:sldChg chg="addSp new del mod">
        <pc:chgData name="lohitha rompicharla" userId="befeb51f04064f59" providerId="LiveId" clId="{BD374E45-F2FF-4913-8748-CF46F4B435AB}" dt="2026-04-19T19:09:14.936" v="262" actId="47"/>
        <pc:sldMkLst>
          <pc:docMk/>
          <pc:sldMk cId="3466756009" sldId="268"/>
        </pc:sldMkLst>
        <pc:picChg chg="add">
          <ac:chgData name="lohitha rompicharla" userId="befeb51f04064f59" providerId="LiveId" clId="{BD374E45-F2FF-4913-8748-CF46F4B435AB}" dt="2026-04-19T18:55:09.230" v="191" actId="22"/>
          <ac:picMkLst>
            <pc:docMk/>
            <pc:sldMk cId="3466756009" sldId="268"/>
            <ac:picMk id="3" creationId="{C2BB7C90-4C9D-4AAC-7BBD-7C04F1577445}"/>
          </ac:picMkLst>
        </pc:picChg>
      </pc:sldChg>
      <pc:sldChg chg="addSp modSp new del mod">
        <pc:chgData name="lohitha rompicharla" userId="befeb51f04064f59" providerId="LiveId" clId="{BD374E45-F2FF-4913-8748-CF46F4B435AB}" dt="2026-04-19T19:09:17.634" v="263" actId="47"/>
        <pc:sldMkLst>
          <pc:docMk/>
          <pc:sldMk cId="2005096409" sldId="269"/>
        </pc:sldMkLst>
        <pc:picChg chg="add mod">
          <ac:chgData name="lohitha rompicharla" userId="befeb51f04064f59" providerId="LiveId" clId="{BD374E45-F2FF-4913-8748-CF46F4B435AB}" dt="2026-04-19T18:56:59.794" v="195" actId="14100"/>
          <ac:picMkLst>
            <pc:docMk/>
            <pc:sldMk cId="2005096409" sldId="269"/>
            <ac:picMk id="3" creationId="{79C7300B-D956-47B5-C10F-AAAE9D733E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7A462-8EA5-072C-7BA2-C7BDB25D6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FCE83-947D-900A-2C2A-5769EBCA1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D4D71-F89C-2F5E-0601-AE7626BC8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4F1F-B08E-4496-B219-A27AC8047D4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C3D54-4ED1-4CAC-E7C6-381E9FDC6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47298-02A9-03F2-CC3D-ACC2A49F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6DED-6F03-41C6-9632-D25A8852A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5335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97F46-809F-DF14-1F0B-417457F15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CCC2A-FD39-0B0A-DF0D-FBE00B8DD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F1138-BC83-3AFD-935C-2C11F171B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4F1F-B08E-4496-B219-A27AC8047D4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04514-9A49-125B-6F18-29EC1361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68D12-C330-3152-79D8-A0AC9A0D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6DED-6F03-41C6-9632-D25A8852A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64178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5A5F4-0CFB-D5C2-37B6-C2D8DF0DE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C02FD-DB80-BA30-8885-31E824505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50569-0DA9-C41F-E6C8-5AF61AED2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4F1F-B08E-4496-B219-A27AC8047D4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44021-CBD8-CB2F-9ADA-0E96AAA5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EC2A3-BF0C-EC8C-7F0A-566EBA20F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6DED-6F03-41C6-9632-D25A8852A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29022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8FD86-BA83-C938-1124-9BC2707D4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F5A4D-D6CC-CD83-15BB-85F18FCC63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1DE7B-0A15-AF39-2D9C-F0BCCE47A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A118E-6726-637D-729D-1ED17F95F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4F1F-B08E-4496-B219-A27AC8047D4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21EB1-669C-0799-7400-A3F0CAFA5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5D4A9-F4DC-1E1B-0DDD-8E28FC86B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6DED-6F03-41C6-9632-D25A8852A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1074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76659-A67A-ADAA-4F4D-7D8272DA2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75E0E-4937-18A8-009B-45F8D6ACC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47A26-FAD8-17C5-2088-978DCC28C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7BF129-C24E-5F8B-6837-AC1A45E976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3F48C4-F6C1-DBDA-99F9-0E0C5A27F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E2DB35-588C-35B6-9CB2-0B20DDD25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4F1F-B08E-4496-B219-A27AC8047D4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2EB0A-62F6-4B1B-2647-65F783523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4D7CA3-8557-C57B-DA0B-578374C3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6DED-6F03-41C6-9632-D25A8852A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2685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39B58-6031-4A00-A161-71A9BDFD4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20B49B-5BF7-3915-1E75-D4CA70C5F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4F1F-B08E-4496-B219-A27AC8047D4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E8C85-8495-3273-AE82-6A40774AE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738E93-3CBA-D5D2-88D5-E95949C45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6DED-6F03-41C6-9632-D25A8852A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78266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1C0A13-83DC-300C-2C54-9D649E812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4F1F-B08E-4496-B219-A27AC8047D4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74534F-89B9-7C3F-3989-C23C9420B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FF446-2A21-9C38-3254-EE7F8249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6DED-6F03-41C6-9632-D25A8852A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17003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1DE4A-A543-4DFB-C56C-0C1E50F5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42CA6-5CD5-D442-EB4E-E0953E3E4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52769-3656-267F-2F7D-516B96101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DC783-A00B-3482-ACE6-6F1BAABBF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4F1F-B08E-4496-B219-A27AC8047D4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A97EF-596F-3B26-FCC3-267DA3B38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DE101-EA8F-7153-0DE6-CFF94A08F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6DED-6F03-41C6-9632-D25A8852A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7790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54C2B-1374-0A4A-B298-02E083EB6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8BA60C-CF4D-5C44-DE77-DDA426D709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97526D-FB63-9B37-DB5D-7B7B92C76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136AD-1829-6204-F33F-9C85C541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4F1F-B08E-4496-B219-A27AC8047D4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36996-2A46-DA88-8129-0AD9F100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8CB18-CE73-5F58-0A51-2B7383632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6DED-6F03-41C6-9632-D25A8852A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8006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958A3-5634-3320-D0A8-7372E36EE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BAF2C7-4DB6-F0B8-4C0B-8090B9FD8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7E274-3D57-56FB-E36D-8A2B18B7C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4F1F-B08E-4496-B219-A27AC8047D4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7F935-A722-E57E-2F6B-199009880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170ED-719E-64F4-B419-05A861D8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6DED-6F03-41C6-9632-D25A8852A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32514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F08313-1FB3-AD42-D7C5-76C072225D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521943-2EF3-15EF-A2E1-5CE1D4FFB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83B59-83F4-767C-51A2-3A7C7989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4F1F-B08E-4496-B219-A27AC8047D4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10A7B-F33B-AAB9-77B1-93FAFAB59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F67D8-AFF9-8D47-1F10-5495291A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76DED-6F03-41C6-9632-D25A8852A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28257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6202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52849A-E345-8503-F735-8FFDF99E3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59AE6-096D-C08B-F126-26BBA5742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24DA1-7752-19D6-7B51-0AD2E2FEA5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54F1F-B08E-4496-B219-A27AC8047D4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2B917-AAF7-8C3A-4AEC-B61B2F768F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D0B01-33C3-7F33-79EE-329464297B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76DED-6F03-41C6-9632-D25A8852A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824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074E7BF-161F-797A-534E-E4BF58927878}"/>
              </a:ext>
            </a:extLst>
          </p:cNvPr>
          <p:cNvSpPr/>
          <p:nvPr/>
        </p:nvSpPr>
        <p:spPr>
          <a:xfrm>
            <a:off x="0" y="4820194"/>
            <a:ext cx="4770982" cy="2325189"/>
          </a:xfrm>
          <a:prstGeom prst="roundRect">
            <a:avLst/>
          </a:prstGeom>
          <a:solidFill>
            <a:schemeClr val="accent5">
              <a:lumMod val="50000"/>
              <a:alpha val="7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5313" y="168687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23925" y="1667828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8171" y="2182495"/>
            <a:ext cx="11379200" cy="142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endParaRPr lang="en-US" sz="1600" dirty="0"/>
          </a:p>
        </p:txBody>
      </p:sp>
      <p:sp>
        <p:nvSpPr>
          <p:cNvPr id="20" name="Text Box 19"/>
          <p:cNvSpPr txBox="1"/>
          <p:nvPr/>
        </p:nvSpPr>
        <p:spPr>
          <a:xfrm>
            <a:off x="421957" y="5060155"/>
            <a:ext cx="46494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ldhabi" panose="01000000000000000000" pitchFamily="2" charset="-78"/>
              </a:rPr>
              <a:t>TEAM MEMBERS</a:t>
            </a:r>
          </a:p>
          <a:p>
            <a:r>
              <a:rPr lang="en-IN" altLang="en-US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ldhabi" panose="01000000000000000000" pitchFamily="2" charset="-78"/>
              </a:rPr>
              <a:t>K.KALYANI                       AP23110011343</a:t>
            </a:r>
          </a:p>
          <a:p>
            <a:r>
              <a:rPr lang="en-IN" altLang="en-US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ldhabi" panose="01000000000000000000" pitchFamily="2" charset="-78"/>
              </a:rPr>
              <a:t>K.TEJA SREE                     AP23110011434</a:t>
            </a:r>
          </a:p>
          <a:p>
            <a:r>
              <a:rPr lang="en-IN" altLang="en-US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ldhabi" panose="01000000000000000000" pitchFamily="2" charset="-78"/>
              </a:rPr>
              <a:t>G.YAMINI                         AP23110011448</a:t>
            </a:r>
          </a:p>
          <a:p>
            <a:r>
              <a:rPr lang="en-IN" altLang="en-US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ldhabi" panose="01000000000000000000" pitchFamily="2" charset="-78"/>
              </a:rPr>
              <a:t>G.MOHANA KRISHNA   AP23110011462</a:t>
            </a:r>
          </a:p>
          <a:p>
            <a:r>
              <a:rPr lang="en-IN" altLang="en-US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ldhabi" panose="01000000000000000000" pitchFamily="2" charset="-78"/>
              </a:rPr>
              <a:t>R.LOHITHA                      AP23110011469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E24788C-C94A-C1A5-8C04-510054C8AD2A}"/>
              </a:ext>
            </a:extLst>
          </p:cNvPr>
          <p:cNvSpPr/>
          <p:nvPr/>
        </p:nvSpPr>
        <p:spPr>
          <a:xfrm>
            <a:off x="998171" y="2182495"/>
            <a:ext cx="9987692" cy="1345826"/>
          </a:xfrm>
          <a:prstGeom prst="roundRect">
            <a:avLst/>
          </a:prstGeom>
          <a:solidFill>
            <a:schemeClr val="bg1">
              <a:alpha val="73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BAD0F3-51AD-B799-B0AE-F9B3979E016C}"/>
              </a:ext>
            </a:extLst>
          </p:cNvPr>
          <p:cNvSpPr txBox="1"/>
          <p:nvPr/>
        </p:nvSpPr>
        <p:spPr>
          <a:xfrm>
            <a:off x="421957" y="1139132"/>
            <a:ext cx="499681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b="1" dirty="0">
                <a:solidFill>
                  <a:schemeClr val="accent5">
                    <a:lumMod val="50000"/>
                  </a:schemeClr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AI Smart Emergency</a:t>
            </a:r>
            <a:r>
              <a:rPr lang="en-IN" altLang="en-US" sz="4800" b="1" dirty="0">
                <a:solidFill>
                  <a:schemeClr val="accent5">
                    <a:lumMod val="50000"/>
                  </a:schemeClr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 </a:t>
            </a:r>
            <a:r>
              <a:rPr lang="en-US" sz="4800" b="1" dirty="0">
                <a:solidFill>
                  <a:schemeClr val="accent5">
                    <a:lumMod val="50000"/>
                  </a:schemeClr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Response</a:t>
            </a:r>
            <a:r>
              <a:rPr lang="en-IN" altLang="en-US" sz="4800" b="1" dirty="0">
                <a:solidFill>
                  <a:schemeClr val="accent5">
                    <a:lumMod val="50000"/>
                  </a:schemeClr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 </a:t>
            </a:r>
            <a:r>
              <a:rPr lang="en-US" sz="4800" b="1" dirty="0">
                <a:solidFill>
                  <a:schemeClr val="accent5">
                    <a:lumMod val="50000"/>
                  </a:schemeClr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System</a:t>
            </a:r>
            <a:endParaRPr lang="en-US" sz="4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921DC2-1F33-5CBA-8099-2E38A59BB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844" y="0"/>
            <a:ext cx="5706156" cy="68549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AE476DAA-4A9B-C44F-38B5-1CEC15FCB0F0}"/>
              </a:ext>
            </a:extLst>
          </p:cNvPr>
          <p:cNvSpPr txBox="1"/>
          <p:nvPr/>
        </p:nvSpPr>
        <p:spPr>
          <a:xfrm>
            <a:off x="422031" y="386862"/>
            <a:ext cx="8721969" cy="498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320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Current System Limitations</a:t>
            </a:r>
            <a:endParaRPr lang="en-US" sz="32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931FB8CA-0370-A76E-BBA4-C89A676FA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75" y="1142681"/>
            <a:ext cx="11993649" cy="457263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398" y="363398"/>
            <a:ext cx="11537884" cy="218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kern="0" spc="57" dirty="0">
                <a:solidFill>
                  <a:schemeClr val="accent5">
                    <a:lumMod val="5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Our</a:t>
            </a:r>
            <a:r>
              <a:rPr lang="en-US" sz="1145" b="1" kern="0" spc="57" dirty="0">
                <a:solidFill>
                  <a:srgbClr val="E6394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en-US" sz="1145" b="1" kern="0" spc="57" dirty="0">
                <a:solidFill>
                  <a:schemeClr val="accent5">
                    <a:lumMod val="5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Approach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3398" y="617776"/>
            <a:ext cx="11683243" cy="4360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35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Solution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3398" y="1199213"/>
            <a:ext cx="5669916" cy="5201587"/>
          </a:xfrm>
          <a:custGeom>
            <a:avLst/>
            <a:gdLst/>
            <a:ahLst/>
            <a:cxnLst/>
            <a:rect l="l" t="t" r="r" b="b"/>
            <a:pathLst>
              <a:path w="5623583" h="5659923">
                <a:moveTo>
                  <a:pt x="145370" y="0"/>
                </a:moveTo>
                <a:lnTo>
                  <a:pt x="5478213" y="0"/>
                </a:lnTo>
                <a:cubicBezTo>
                  <a:pt x="5558499" y="0"/>
                  <a:pt x="5623583" y="65084"/>
                  <a:pt x="5623583" y="145370"/>
                </a:cubicBezTo>
                <a:lnTo>
                  <a:pt x="5623583" y="5514553"/>
                </a:lnTo>
                <a:cubicBezTo>
                  <a:pt x="5623583" y="5594838"/>
                  <a:pt x="5558499" y="5659923"/>
                  <a:pt x="5478213" y="5659923"/>
                </a:cubicBezTo>
                <a:lnTo>
                  <a:pt x="145370" y="5659923"/>
                </a:lnTo>
                <a:cubicBezTo>
                  <a:pt x="65084" y="5659923"/>
                  <a:pt x="0" y="5594838"/>
                  <a:pt x="0" y="5514553"/>
                </a:cubicBezTo>
                <a:lnTo>
                  <a:pt x="0" y="145370"/>
                </a:lnTo>
                <a:cubicBezTo>
                  <a:pt x="0" y="65138"/>
                  <a:pt x="65138" y="0"/>
                  <a:pt x="145370" y="0"/>
                </a:cubicBezTo>
                <a:close/>
              </a:path>
            </a:pathLst>
          </a:custGeom>
          <a:gradFill flip="none" rotWithShape="1">
            <a:gsLst>
              <a:gs pos="0">
                <a:srgbClr val="E8F4FD"/>
              </a:gs>
              <a:gs pos="100000">
                <a:srgbClr val="F5F7FA"/>
              </a:gs>
            </a:gsLst>
            <a:lin ang="2700000" scaled="1"/>
          </a:gradFill>
          <a:ln>
            <a:solidFill>
              <a:schemeClr val="tx1"/>
            </a:solidFill>
          </a:ln>
          <a:effectLst>
            <a:outerShdw blurRad="136274" dist="9084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581437" y="1417252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109019" y="0"/>
                </a:moveTo>
                <a:lnTo>
                  <a:pt x="327058" y="0"/>
                </a:lnTo>
                <a:cubicBezTo>
                  <a:pt x="387268" y="0"/>
                  <a:pt x="436077" y="48810"/>
                  <a:pt x="436077" y="109019"/>
                </a:cubicBezTo>
                <a:lnTo>
                  <a:pt x="436077" y="327058"/>
                </a:lnTo>
                <a:cubicBezTo>
                  <a:pt x="436077" y="387268"/>
                  <a:pt x="387268" y="436077"/>
                  <a:pt x="327058" y="436077"/>
                </a:cubicBezTo>
                <a:lnTo>
                  <a:pt x="109019" y="436077"/>
                </a:lnTo>
                <a:cubicBezTo>
                  <a:pt x="48810" y="436077"/>
                  <a:pt x="0" y="387268"/>
                  <a:pt x="0" y="327058"/>
                </a:cubicBezTo>
                <a:lnTo>
                  <a:pt x="0" y="109019"/>
                </a:lnTo>
                <a:cubicBezTo>
                  <a:pt x="0" y="48810"/>
                  <a:pt x="48810" y="0"/>
                  <a:pt x="109019" y="0"/>
                </a:cubicBezTo>
                <a:close/>
              </a:path>
            </a:pathLst>
          </a:custGeom>
          <a:solidFill>
            <a:srgbClr val="002060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08626" y="1544441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45425" y="113562"/>
                </a:moveTo>
                <a:lnTo>
                  <a:pt x="8695" y="113562"/>
                </a:lnTo>
                <a:cubicBezTo>
                  <a:pt x="-142" y="113562"/>
                  <a:pt x="-5572" y="103945"/>
                  <a:pt x="-1029" y="96350"/>
                </a:cubicBezTo>
                <a:lnTo>
                  <a:pt x="17744" y="65050"/>
                </a:lnTo>
                <a:cubicBezTo>
                  <a:pt x="20832" y="59904"/>
                  <a:pt x="26368" y="56781"/>
                  <a:pt x="32365" y="56781"/>
                </a:cubicBezTo>
                <a:lnTo>
                  <a:pt x="66079" y="56781"/>
                </a:lnTo>
                <a:cubicBezTo>
                  <a:pt x="93085" y="11037"/>
                  <a:pt x="133364" y="8730"/>
                  <a:pt x="160300" y="12669"/>
                </a:cubicBezTo>
                <a:cubicBezTo>
                  <a:pt x="164842" y="13344"/>
                  <a:pt x="168391" y="16892"/>
                  <a:pt x="169030" y="21399"/>
                </a:cubicBezTo>
                <a:cubicBezTo>
                  <a:pt x="172969" y="48335"/>
                  <a:pt x="170662" y="88614"/>
                  <a:pt x="124918" y="115620"/>
                </a:cubicBezTo>
                <a:lnTo>
                  <a:pt x="124918" y="149334"/>
                </a:lnTo>
                <a:cubicBezTo>
                  <a:pt x="124918" y="155331"/>
                  <a:pt x="121795" y="160867"/>
                  <a:pt x="116649" y="163955"/>
                </a:cubicBezTo>
                <a:lnTo>
                  <a:pt x="85349" y="182728"/>
                </a:lnTo>
                <a:cubicBezTo>
                  <a:pt x="77790" y="187271"/>
                  <a:pt x="68137" y="181805"/>
                  <a:pt x="68137" y="173004"/>
                </a:cubicBezTo>
                <a:lnTo>
                  <a:pt x="68137" y="136274"/>
                </a:lnTo>
                <a:cubicBezTo>
                  <a:pt x="68137" y="123747"/>
                  <a:pt x="57952" y="113562"/>
                  <a:pt x="45425" y="113562"/>
                </a:cubicBezTo>
                <a:lnTo>
                  <a:pt x="45389" y="113562"/>
                </a:lnTo>
                <a:close/>
                <a:moveTo>
                  <a:pt x="141952" y="56781"/>
                </a:moveTo>
                <a:cubicBezTo>
                  <a:pt x="141952" y="47379"/>
                  <a:pt x="134320" y="39747"/>
                  <a:pt x="124918" y="39747"/>
                </a:cubicBezTo>
                <a:cubicBezTo>
                  <a:pt x="115517" y="39747"/>
                  <a:pt x="107884" y="47379"/>
                  <a:pt x="107884" y="56781"/>
                </a:cubicBezTo>
                <a:cubicBezTo>
                  <a:pt x="107884" y="66182"/>
                  <a:pt x="115517" y="73815"/>
                  <a:pt x="124918" y="73815"/>
                </a:cubicBezTo>
                <a:cubicBezTo>
                  <a:pt x="134320" y="73815"/>
                  <a:pt x="141952" y="66182"/>
                  <a:pt x="141952" y="5678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26534" y="1471762"/>
            <a:ext cx="1489931" cy="3270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5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437" y="1998689"/>
            <a:ext cx="5269270" cy="536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0" dirty="0">
                <a:solidFill>
                  <a:srgbClr val="1D355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 comprehensive </a:t>
            </a:r>
            <a:r>
              <a:rPr lang="en-US" sz="1290" b="1" dirty="0">
                <a:solidFill>
                  <a:srgbClr val="1D355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AI-powered emergency dispatch system</a:t>
            </a:r>
            <a:r>
              <a:rPr lang="en-US" sz="1290" dirty="0">
                <a:solidFill>
                  <a:srgbClr val="1D355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that revolutionizes emergency response through intelligent automation.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1437" y="2675517"/>
            <a:ext cx="5187505" cy="1053854"/>
          </a:xfrm>
          <a:custGeom>
            <a:avLst/>
            <a:gdLst/>
            <a:ahLst/>
            <a:cxnLst/>
            <a:rect l="l" t="t" r="r" b="b"/>
            <a:pathLst>
              <a:path w="5187505" h="1053854">
                <a:moveTo>
                  <a:pt x="109021" y="0"/>
                </a:moveTo>
                <a:lnTo>
                  <a:pt x="5078484" y="0"/>
                </a:lnTo>
                <a:cubicBezTo>
                  <a:pt x="5138695" y="0"/>
                  <a:pt x="5187505" y="48810"/>
                  <a:pt x="5187505" y="109021"/>
                </a:cubicBezTo>
                <a:lnTo>
                  <a:pt x="5187505" y="944833"/>
                </a:lnTo>
                <a:cubicBezTo>
                  <a:pt x="5187505" y="1005043"/>
                  <a:pt x="5138695" y="1053854"/>
                  <a:pt x="5078484" y="1053854"/>
                </a:cubicBezTo>
                <a:lnTo>
                  <a:pt x="109021" y="1053854"/>
                </a:lnTo>
                <a:cubicBezTo>
                  <a:pt x="48810" y="1053854"/>
                  <a:pt x="0" y="1005043"/>
                  <a:pt x="0" y="944833"/>
                </a:cubicBezTo>
                <a:lnTo>
                  <a:pt x="0" y="109021"/>
                </a:lnTo>
                <a:cubicBezTo>
                  <a:pt x="0" y="48810"/>
                  <a:pt x="48810" y="0"/>
                  <a:pt x="109021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outerShdw blurRad="27255" dist="9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99475" y="2820876"/>
            <a:ext cx="4506134" cy="2543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9475" y="3057085"/>
            <a:ext cx="4497049" cy="4724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Severity prediction using Random Forest for intelligent triage and resource allocation.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1437" y="3838390"/>
            <a:ext cx="5187505" cy="1053854"/>
          </a:xfrm>
          <a:custGeom>
            <a:avLst/>
            <a:gdLst/>
            <a:ahLst/>
            <a:cxnLst/>
            <a:rect l="l" t="t" r="r" b="b"/>
            <a:pathLst>
              <a:path w="5187505" h="1053854">
                <a:moveTo>
                  <a:pt x="109021" y="0"/>
                </a:moveTo>
                <a:lnTo>
                  <a:pt x="5078484" y="0"/>
                </a:lnTo>
                <a:cubicBezTo>
                  <a:pt x="5138695" y="0"/>
                  <a:pt x="5187505" y="48810"/>
                  <a:pt x="5187505" y="109021"/>
                </a:cubicBezTo>
                <a:lnTo>
                  <a:pt x="5187505" y="944833"/>
                </a:lnTo>
                <a:cubicBezTo>
                  <a:pt x="5187505" y="1005043"/>
                  <a:pt x="5138695" y="1053854"/>
                  <a:pt x="5078484" y="1053854"/>
                </a:cubicBezTo>
                <a:lnTo>
                  <a:pt x="109021" y="1053854"/>
                </a:lnTo>
                <a:cubicBezTo>
                  <a:pt x="48810" y="1053854"/>
                  <a:pt x="0" y="1005043"/>
                  <a:pt x="0" y="944833"/>
                </a:cubicBezTo>
                <a:lnTo>
                  <a:pt x="0" y="109021"/>
                </a:lnTo>
                <a:cubicBezTo>
                  <a:pt x="0" y="48810"/>
                  <a:pt x="48810" y="0"/>
                  <a:pt x="109021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outerShdw blurRad="27255" dist="9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52780" y="3945384"/>
            <a:ext cx="4506134" cy="2543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2780" y="4236102"/>
            <a:ext cx="4497049" cy="4724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LSTM neural networks analyze temporal traffic patterns for real-time congestion prediction.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1437" y="5001264"/>
            <a:ext cx="5187505" cy="1053854"/>
          </a:xfrm>
          <a:custGeom>
            <a:avLst/>
            <a:gdLst/>
            <a:ahLst/>
            <a:cxnLst/>
            <a:rect l="l" t="t" r="r" b="b"/>
            <a:pathLst>
              <a:path w="5187505" h="1053854">
                <a:moveTo>
                  <a:pt x="109021" y="0"/>
                </a:moveTo>
                <a:lnTo>
                  <a:pt x="5078484" y="0"/>
                </a:lnTo>
                <a:cubicBezTo>
                  <a:pt x="5138695" y="0"/>
                  <a:pt x="5187505" y="48810"/>
                  <a:pt x="5187505" y="109021"/>
                </a:cubicBezTo>
                <a:lnTo>
                  <a:pt x="5187505" y="944833"/>
                </a:lnTo>
                <a:cubicBezTo>
                  <a:pt x="5187505" y="1005043"/>
                  <a:pt x="5138695" y="1053854"/>
                  <a:pt x="5078484" y="1053854"/>
                </a:cubicBezTo>
                <a:lnTo>
                  <a:pt x="109021" y="1053854"/>
                </a:lnTo>
                <a:cubicBezTo>
                  <a:pt x="48810" y="1053854"/>
                  <a:pt x="0" y="1005043"/>
                  <a:pt x="0" y="944833"/>
                </a:cubicBezTo>
                <a:lnTo>
                  <a:pt x="0" y="109021"/>
                </a:lnTo>
                <a:cubicBezTo>
                  <a:pt x="0" y="48810"/>
                  <a:pt x="48810" y="0"/>
                  <a:pt x="109021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tx1"/>
            </a:solidFill>
          </a:ln>
          <a:effectLst>
            <a:outerShdw blurRad="27255" dist="9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29911" y="5170400"/>
            <a:ext cx="4506134" cy="2543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Real-time GPS Routing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7516" y="5451563"/>
            <a:ext cx="4497049" cy="4724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Optimal route calculation using OpenStreetMap data and Dijkstra's algorithm.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486" y="6309496"/>
            <a:ext cx="4772116" cy="218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05928" y="1199213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109019" y="0"/>
                </a:moveTo>
                <a:lnTo>
                  <a:pt x="327058" y="0"/>
                </a:lnTo>
                <a:cubicBezTo>
                  <a:pt x="387268" y="0"/>
                  <a:pt x="436077" y="48810"/>
                  <a:pt x="436077" y="109019"/>
                </a:cubicBezTo>
                <a:lnTo>
                  <a:pt x="436077" y="327058"/>
                </a:lnTo>
                <a:cubicBezTo>
                  <a:pt x="436077" y="387268"/>
                  <a:pt x="387268" y="436077"/>
                  <a:pt x="327058" y="436077"/>
                </a:cubicBezTo>
                <a:lnTo>
                  <a:pt x="109019" y="436077"/>
                </a:lnTo>
                <a:cubicBezTo>
                  <a:pt x="48810" y="436077"/>
                  <a:pt x="0" y="387268"/>
                  <a:pt x="0" y="327058"/>
                </a:cubicBezTo>
                <a:lnTo>
                  <a:pt x="0" y="109019"/>
                </a:lnTo>
                <a:cubicBezTo>
                  <a:pt x="0" y="48810"/>
                  <a:pt x="48810" y="0"/>
                  <a:pt x="109019" y="0"/>
                </a:cubicBez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333117" y="1326402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82510" y="1845"/>
                </a:moveTo>
                <a:cubicBezTo>
                  <a:pt x="87798" y="-603"/>
                  <a:pt x="93901" y="-603"/>
                  <a:pt x="99189" y="1845"/>
                </a:cubicBezTo>
                <a:lnTo>
                  <a:pt x="176766" y="37688"/>
                </a:lnTo>
                <a:cubicBezTo>
                  <a:pt x="179783" y="39072"/>
                  <a:pt x="181699" y="42089"/>
                  <a:pt x="181699" y="45425"/>
                </a:cubicBezTo>
                <a:cubicBezTo>
                  <a:pt x="181699" y="48761"/>
                  <a:pt x="179783" y="51777"/>
                  <a:pt x="176766" y="53161"/>
                </a:cubicBezTo>
                <a:lnTo>
                  <a:pt x="99189" y="89004"/>
                </a:lnTo>
                <a:cubicBezTo>
                  <a:pt x="93901" y="91453"/>
                  <a:pt x="87798" y="91453"/>
                  <a:pt x="82510" y="89004"/>
                </a:cubicBezTo>
                <a:lnTo>
                  <a:pt x="4933" y="53161"/>
                </a:lnTo>
                <a:cubicBezTo>
                  <a:pt x="1916" y="51742"/>
                  <a:pt x="0" y="48725"/>
                  <a:pt x="0" y="45425"/>
                </a:cubicBezTo>
                <a:cubicBezTo>
                  <a:pt x="0" y="42124"/>
                  <a:pt x="1916" y="39072"/>
                  <a:pt x="4933" y="37688"/>
                </a:cubicBezTo>
                <a:lnTo>
                  <a:pt x="82510" y="1845"/>
                </a:lnTo>
                <a:close/>
                <a:moveTo>
                  <a:pt x="17070" y="77506"/>
                </a:moveTo>
                <a:lnTo>
                  <a:pt x="75377" y="104441"/>
                </a:lnTo>
                <a:cubicBezTo>
                  <a:pt x="85207" y="108984"/>
                  <a:pt x="96528" y="108984"/>
                  <a:pt x="106358" y="104441"/>
                </a:cubicBezTo>
                <a:lnTo>
                  <a:pt x="164665" y="77506"/>
                </a:lnTo>
                <a:lnTo>
                  <a:pt x="176766" y="83113"/>
                </a:lnTo>
                <a:cubicBezTo>
                  <a:pt x="179783" y="84497"/>
                  <a:pt x="181699" y="87514"/>
                  <a:pt x="181699" y="90849"/>
                </a:cubicBezTo>
                <a:cubicBezTo>
                  <a:pt x="181699" y="94185"/>
                  <a:pt x="179783" y="97202"/>
                  <a:pt x="176766" y="98586"/>
                </a:cubicBezTo>
                <a:lnTo>
                  <a:pt x="99189" y="134429"/>
                </a:lnTo>
                <a:cubicBezTo>
                  <a:pt x="93901" y="136878"/>
                  <a:pt x="87798" y="136878"/>
                  <a:pt x="82510" y="134429"/>
                </a:cubicBezTo>
                <a:lnTo>
                  <a:pt x="4933" y="98586"/>
                </a:lnTo>
                <a:cubicBezTo>
                  <a:pt x="1916" y="97166"/>
                  <a:pt x="0" y="94150"/>
                  <a:pt x="0" y="90849"/>
                </a:cubicBezTo>
                <a:cubicBezTo>
                  <a:pt x="0" y="87549"/>
                  <a:pt x="1916" y="84497"/>
                  <a:pt x="4933" y="83113"/>
                </a:cubicBezTo>
                <a:lnTo>
                  <a:pt x="17034" y="77506"/>
                </a:lnTo>
                <a:close/>
                <a:moveTo>
                  <a:pt x="4933" y="128538"/>
                </a:moveTo>
                <a:lnTo>
                  <a:pt x="17034" y="122931"/>
                </a:lnTo>
                <a:lnTo>
                  <a:pt x="75341" y="149866"/>
                </a:lnTo>
                <a:cubicBezTo>
                  <a:pt x="85171" y="154409"/>
                  <a:pt x="96492" y="154409"/>
                  <a:pt x="106322" y="149866"/>
                </a:cubicBezTo>
                <a:lnTo>
                  <a:pt x="164629" y="122931"/>
                </a:lnTo>
                <a:lnTo>
                  <a:pt x="176731" y="128538"/>
                </a:lnTo>
                <a:cubicBezTo>
                  <a:pt x="179747" y="129922"/>
                  <a:pt x="181663" y="132938"/>
                  <a:pt x="181663" y="136274"/>
                </a:cubicBezTo>
                <a:cubicBezTo>
                  <a:pt x="181663" y="139610"/>
                  <a:pt x="179747" y="142627"/>
                  <a:pt x="176731" y="144011"/>
                </a:cubicBezTo>
                <a:lnTo>
                  <a:pt x="99154" y="179854"/>
                </a:lnTo>
                <a:cubicBezTo>
                  <a:pt x="93866" y="182302"/>
                  <a:pt x="87762" y="182302"/>
                  <a:pt x="82474" y="179854"/>
                </a:cubicBezTo>
                <a:lnTo>
                  <a:pt x="4933" y="144011"/>
                </a:lnTo>
                <a:cubicBezTo>
                  <a:pt x="1916" y="142591"/>
                  <a:pt x="0" y="139575"/>
                  <a:pt x="0" y="136274"/>
                </a:cubicBezTo>
                <a:cubicBezTo>
                  <a:pt x="0" y="132974"/>
                  <a:pt x="1916" y="129922"/>
                  <a:pt x="4933" y="128538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751025" y="1253723"/>
            <a:ext cx="1308232" cy="3270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5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05928" y="1798820"/>
            <a:ext cx="2761824" cy="1362742"/>
          </a:xfrm>
          <a:custGeom>
            <a:avLst/>
            <a:gdLst/>
            <a:ahLst/>
            <a:cxnLst/>
            <a:rect l="l" t="t" r="r" b="b"/>
            <a:pathLst>
              <a:path w="2761824" h="1362742">
                <a:moveTo>
                  <a:pt x="36340" y="0"/>
                </a:moveTo>
                <a:lnTo>
                  <a:pt x="2725484" y="0"/>
                </a:lnTo>
                <a:cubicBezTo>
                  <a:pt x="2745554" y="0"/>
                  <a:pt x="2761824" y="16270"/>
                  <a:pt x="2761824" y="36340"/>
                </a:cubicBezTo>
                <a:lnTo>
                  <a:pt x="2761824" y="1253723"/>
                </a:lnTo>
                <a:cubicBezTo>
                  <a:pt x="2761824" y="1313933"/>
                  <a:pt x="2713015" y="1362742"/>
                  <a:pt x="2652805" y="1362742"/>
                </a:cubicBezTo>
                <a:lnTo>
                  <a:pt x="109019" y="1362742"/>
                </a:lnTo>
                <a:cubicBezTo>
                  <a:pt x="48810" y="1362742"/>
                  <a:pt x="0" y="1313933"/>
                  <a:pt x="0" y="1253723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F5F7FA"/>
          </a:solidFill>
          <a:effectLst>
            <a:outerShdw blurRad="27255" dist="9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404661" y="1962349"/>
            <a:ext cx="238480" cy="272548"/>
          </a:xfrm>
          <a:custGeom>
            <a:avLst/>
            <a:gdLst/>
            <a:ahLst/>
            <a:cxnLst/>
            <a:rect l="l" t="t" r="r" b="b"/>
            <a:pathLst>
              <a:path w="238480" h="272548">
                <a:moveTo>
                  <a:pt x="234115" y="106730"/>
                </a:moveTo>
                <a:cubicBezTo>
                  <a:pt x="230016" y="90282"/>
                  <a:pt x="222244" y="77879"/>
                  <a:pt x="205689" y="77879"/>
                </a:cubicBezTo>
                <a:lnTo>
                  <a:pt x="184343" y="77879"/>
                </a:lnTo>
                <a:lnTo>
                  <a:pt x="184343" y="103111"/>
                </a:lnTo>
                <a:cubicBezTo>
                  <a:pt x="184343" y="122700"/>
                  <a:pt x="167734" y="139202"/>
                  <a:pt x="148784" y="139202"/>
                </a:cubicBezTo>
                <a:lnTo>
                  <a:pt x="91932" y="139202"/>
                </a:lnTo>
                <a:cubicBezTo>
                  <a:pt x="76388" y="139202"/>
                  <a:pt x="63506" y="152510"/>
                  <a:pt x="63506" y="168107"/>
                </a:cubicBezTo>
                <a:lnTo>
                  <a:pt x="63506" y="222297"/>
                </a:lnTo>
                <a:cubicBezTo>
                  <a:pt x="63506" y="237735"/>
                  <a:pt x="76920" y="246784"/>
                  <a:pt x="91932" y="251202"/>
                </a:cubicBezTo>
                <a:cubicBezTo>
                  <a:pt x="109924" y="256472"/>
                  <a:pt x="127225" y="257431"/>
                  <a:pt x="148784" y="251202"/>
                </a:cubicBezTo>
                <a:cubicBezTo>
                  <a:pt x="163103" y="247050"/>
                  <a:pt x="177210" y="238693"/>
                  <a:pt x="177210" y="222297"/>
                </a:cubicBezTo>
                <a:lnTo>
                  <a:pt x="177210" y="200632"/>
                </a:lnTo>
                <a:lnTo>
                  <a:pt x="120411" y="200632"/>
                </a:lnTo>
                <a:lnTo>
                  <a:pt x="120411" y="193392"/>
                </a:lnTo>
                <a:lnTo>
                  <a:pt x="205689" y="193392"/>
                </a:lnTo>
                <a:cubicBezTo>
                  <a:pt x="222244" y="193392"/>
                  <a:pt x="228366" y="181841"/>
                  <a:pt x="234115" y="164540"/>
                </a:cubicBezTo>
                <a:cubicBezTo>
                  <a:pt x="240077" y="146708"/>
                  <a:pt x="239811" y="129567"/>
                  <a:pt x="234115" y="106730"/>
                </a:cubicBezTo>
                <a:close/>
                <a:moveTo>
                  <a:pt x="152350" y="236723"/>
                </a:moveTo>
                <a:cubicBezTo>
                  <a:pt x="148299" y="237007"/>
                  <a:pt x="144428" y="235007"/>
                  <a:pt x="142315" y="231538"/>
                </a:cubicBezTo>
                <a:cubicBezTo>
                  <a:pt x="140203" y="228069"/>
                  <a:pt x="140203" y="223712"/>
                  <a:pt x="142315" y="220243"/>
                </a:cubicBezTo>
                <a:cubicBezTo>
                  <a:pt x="144428" y="216774"/>
                  <a:pt x="148299" y="214774"/>
                  <a:pt x="152350" y="215058"/>
                </a:cubicBezTo>
                <a:cubicBezTo>
                  <a:pt x="156402" y="214774"/>
                  <a:pt x="160273" y="216774"/>
                  <a:pt x="162385" y="220243"/>
                </a:cubicBezTo>
                <a:cubicBezTo>
                  <a:pt x="164498" y="223712"/>
                  <a:pt x="164498" y="228069"/>
                  <a:pt x="162385" y="231538"/>
                </a:cubicBezTo>
                <a:cubicBezTo>
                  <a:pt x="160273" y="235007"/>
                  <a:pt x="156402" y="237007"/>
                  <a:pt x="152350" y="236723"/>
                </a:cubicBezTo>
                <a:close/>
                <a:moveTo>
                  <a:pt x="89323" y="132069"/>
                </a:moveTo>
                <a:lnTo>
                  <a:pt x="146175" y="132069"/>
                </a:lnTo>
                <a:cubicBezTo>
                  <a:pt x="161985" y="132069"/>
                  <a:pt x="174601" y="119027"/>
                  <a:pt x="174601" y="103164"/>
                </a:cubicBezTo>
                <a:lnTo>
                  <a:pt x="174601" y="48920"/>
                </a:lnTo>
                <a:cubicBezTo>
                  <a:pt x="174601" y="33483"/>
                  <a:pt x="161613" y="21932"/>
                  <a:pt x="146175" y="19323"/>
                </a:cubicBezTo>
                <a:cubicBezTo>
                  <a:pt x="127118" y="16183"/>
                  <a:pt x="106411" y="16342"/>
                  <a:pt x="89323" y="19376"/>
                </a:cubicBezTo>
                <a:cubicBezTo>
                  <a:pt x="65263" y="23635"/>
                  <a:pt x="60898" y="32525"/>
                  <a:pt x="60898" y="48974"/>
                </a:cubicBezTo>
                <a:lnTo>
                  <a:pt x="60898" y="70639"/>
                </a:lnTo>
                <a:lnTo>
                  <a:pt x="117803" y="70639"/>
                </a:lnTo>
                <a:lnTo>
                  <a:pt x="117803" y="77879"/>
                </a:lnTo>
                <a:lnTo>
                  <a:pt x="39551" y="77879"/>
                </a:lnTo>
                <a:cubicBezTo>
                  <a:pt x="22996" y="77879"/>
                  <a:pt x="8517" y="87833"/>
                  <a:pt x="3992" y="106730"/>
                </a:cubicBezTo>
                <a:cubicBezTo>
                  <a:pt x="-1224" y="128396"/>
                  <a:pt x="-1437" y="141917"/>
                  <a:pt x="3992" y="164540"/>
                </a:cubicBezTo>
                <a:cubicBezTo>
                  <a:pt x="8038" y="181362"/>
                  <a:pt x="17673" y="193392"/>
                  <a:pt x="34228" y="193392"/>
                </a:cubicBezTo>
                <a:lnTo>
                  <a:pt x="53764" y="193392"/>
                </a:lnTo>
                <a:lnTo>
                  <a:pt x="53764" y="167415"/>
                </a:lnTo>
                <a:cubicBezTo>
                  <a:pt x="53764" y="148624"/>
                  <a:pt x="70000" y="132069"/>
                  <a:pt x="89323" y="132069"/>
                </a:cubicBezTo>
                <a:close/>
                <a:moveTo>
                  <a:pt x="85810" y="34441"/>
                </a:moveTo>
                <a:cubicBezTo>
                  <a:pt x="91804" y="34441"/>
                  <a:pt x="96670" y="39307"/>
                  <a:pt x="96670" y="45301"/>
                </a:cubicBezTo>
                <a:cubicBezTo>
                  <a:pt x="96670" y="51294"/>
                  <a:pt x="91804" y="56160"/>
                  <a:pt x="85810" y="56160"/>
                </a:cubicBezTo>
                <a:cubicBezTo>
                  <a:pt x="79817" y="56160"/>
                  <a:pt x="74951" y="51294"/>
                  <a:pt x="74951" y="45301"/>
                </a:cubicBezTo>
                <a:cubicBezTo>
                  <a:pt x="74951" y="39307"/>
                  <a:pt x="79817" y="34441"/>
                  <a:pt x="85810" y="34441"/>
                </a:cubicBezTo>
                <a:close/>
              </a:path>
            </a:pathLst>
          </a:custGeom>
          <a:solidFill>
            <a:srgbClr val="002060"/>
          </a:solidFill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800992" y="1971434"/>
            <a:ext cx="572352" cy="2543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Python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51287" y="2307577"/>
            <a:ext cx="2543785" cy="7086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1D355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Core programming language for backend logic, data processing, and model integration.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072683" y="1798820"/>
            <a:ext cx="2761824" cy="1362742"/>
          </a:xfrm>
          <a:custGeom>
            <a:avLst/>
            <a:gdLst/>
            <a:ahLst/>
            <a:cxnLst/>
            <a:rect l="l" t="t" r="r" b="b"/>
            <a:pathLst>
              <a:path w="2761824" h="1362742">
                <a:moveTo>
                  <a:pt x="36340" y="0"/>
                </a:moveTo>
                <a:lnTo>
                  <a:pt x="2725484" y="0"/>
                </a:lnTo>
                <a:cubicBezTo>
                  <a:pt x="2745554" y="0"/>
                  <a:pt x="2761824" y="16270"/>
                  <a:pt x="2761824" y="36340"/>
                </a:cubicBezTo>
                <a:lnTo>
                  <a:pt x="2761824" y="1253723"/>
                </a:lnTo>
                <a:cubicBezTo>
                  <a:pt x="2761824" y="1313933"/>
                  <a:pt x="2713015" y="1362742"/>
                  <a:pt x="2652805" y="1362742"/>
                </a:cubicBezTo>
                <a:lnTo>
                  <a:pt x="109019" y="1362742"/>
                </a:lnTo>
                <a:cubicBezTo>
                  <a:pt x="48810" y="1362742"/>
                  <a:pt x="0" y="1313933"/>
                  <a:pt x="0" y="1253723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F5F7FA"/>
          </a:solidFill>
          <a:effectLst>
            <a:outerShdw blurRad="27255" dist="9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9220314" y="1962349"/>
            <a:ext cx="340686" cy="272548"/>
          </a:xfrm>
          <a:custGeom>
            <a:avLst/>
            <a:gdLst/>
            <a:ahLst/>
            <a:cxnLst/>
            <a:rect l="l" t="t" r="r" b="b"/>
            <a:pathLst>
              <a:path w="340686" h="272548">
                <a:moveTo>
                  <a:pt x="187377" y="0"/>
                </a:moveTo>
                <a:cubicBezTo>
                  <a:pt x="187377" y="-9422"/>
                  <a:pt x="179765" y="-17034"/>
                  <a:pt x="170343" y="-17034"/>
                </a:cubicBezTo>
                <a:cubicBezTo>
                  <a:pt x="160921" y="-17034"/>
                  <a:pt x="153308" y="-9422"/>
                  <a:pt x="153308" y="0"/>
                </a:cubicBezTo>
                <a:lnTo>
                  <a:pt x="153308" y="34069"/>
                </a:lnTo>
                <a:lnTo>
                  <a:pt x="102206" y="34069"/>
                </a:lnTo>
                <a:cubicBezTo>
                  <a:pt x="73993" y="34069"/>
                  <a:pt x="51103" y="56958"/>
                  <a:pt x="51103" y="85171"/>
                </a:cubicBezTo>
                <a:lnTo>
                  <a:pt x="51103" y="204411"/>
                </a:lnTo>
                <a:cubicBezTo>
                  <a:pt x="51103" y="232624"/>
                  <a:pt x="73993" y="255514"/>
                  <a:pt x="102206" y="255514"/>
                </a:cubicBezTo>
                <a:lnTo>
                  <a:pt x="238480" y="255514"/>
                </a:lnTo>
                <a:cubicBezTo>
                  <a:pt x="266693" y="255514"/>
                  <a:pt x="289583" y="232624"/>
                  <a:pt x="289583" y="204411"/>
                </a:cubicBezTo>
                <a:lnTo>
                  <a:pt x="289583" y="85171"/>
                </a:lnTo>
                <a:cubicBezTo>
                  <a:pt x="289583" y="56958"/>
                  <a:pt x="266693" y="34069"/>
                  <a:pt x="238480" y="34069"/>
                </a:cubicBezTo>
                <a:lnTo>
                  <a:pt x="187377" y="34069"/>
                </a:lnTo>
                <a:lnTo>
                  <a:pt x="187377" y="0"/>
                </a:lnTo>
                <a:close/>
                <a:moveTo>
                  <a:pt x="85171" y="195894"/>
                </a:moveTo>
                <a:cubicBezTo>
                  <a:pt x="85171" y="188814"/>
                  <a:pt x="90867" y="183118"/>
                  <a:pt x="97947" y="183118"/>
                </a:cubicBezTo>
                <a:lnTo>
                  <a:pt x="114981" y="183118"/>
                </a:lnTo>
                <a:cubicBezTo>
                  <a:pt x="122061" y="183118"/>
                  <a:pt x="127757" y="188814"/>
                  <a:pt x="127757" y="195894"/>
                </a:cubicBezTo>
                <a:cubicBezTo>
                  <a:pt x="127757" y="202974"/>
                  <a:pt x="122061" y="208670"/>
                  <a:pt x="114981" y="208670"/>
                </a:cubicBezTo>
                <a:lnTo>
                  <a:pt x="97947" y="208670"/>
                </a:lnTo>
                <a:cubicBezTo>
                  <a:pt x="90867" y="208670"/>
                  <a:pt x="85171" y="202974"/>
                  <a:pt x="85171" y="195894"/>
                </a:cubicBezTo>
                <a:close/>
                <a:moveTo>
                  <a:pt x="149050" y="195894"/>
                </a:moveTo>
                <a:cubicBezTo>
                  <a:pt x="149050" y="188814"/>
                  <a:pt x="154746" y="183118"/>
                  <a:pt x="161826" y="183118"/>
                </a:cubicBezTo>
                <a:lnTo>
                  <a:pt x="178860" y="183118"/>
                </a:lnTo>
                <a:cubicBezTo>
                  <a:pt x="185940" y="183118"/>
                  <a:pt x="191636" y="188814"/>
                  <a:pt x="191636" y="195894"/>
                </a:cubicBezTo>
                <a:cubicBezTo>
                  <a:pt x="191636" y="202974"/>
                  <a:pt x="185940" y="208670"/>
                  <a:pt x="178860" y="208670"/>
                </a:cubicBezTo>
                <a:lnTo>
                  <a:pt x="161826" y="208670"/>
                </a:lnTo>
                <a:cubicBezTo>
                  <a:pt x="154746" y="208670"/>
                  <a:pt x="149050" y="202974"/>
                  <a:pt x="149050" y="195894"/>
                </a:cubicBezTo>
                <a:close/>
                <a:moveTo>
                  <a:pt x="212928" y="195894"/>
                </a:moveTo>
                <a:cubicBezTo>
                  <a:pt x="212928" y="188814"/>
                  <a:pt x="218624" y="183118"/>
                  <a:pt x="225704" y="183118"/>
                </a:cubicBezTo>
                <a:lnTo>
                  <a:pt x="242738" y="183118"/>
                </a:lnTo>
                <a:cubicBezTo>
                  <a:pt x="249818" y="183118"/>
                  <a:pt x="255514" y="188814"/>
                  <a:pt x="255514" y="195894"/>
                </a:cubicBezTo>
                <a:cubicBezTo>
                  <a:pt x="255514" y="202974"/>
                  <a:pt x="249818" y="208670"/>
                  <a:pt x="242738" y="208670"/>
                </a:cubicBezTo>
                <a:lnTo>
                  <a:pt x="225704" y="208670"/>
                </a:lnTo>
                <a:cubicBezTo>
                  <a:pt x="218624" y="208670"/>
                  <a:pt x="212928" y="202974"/>
                  <a:pt x="212928" y="195894"/>
                </a:cubicBezTo>
                <a:close/>
                <a:moveTo>
                  <a:pt x="119240" y="93689"/>
                </a:moveTo>
                <a:cubicBezTo>
                  <a:pt x="133342" y="93689"/>
                  <a:pt x="144791" y="105138"/>
                  <a:pt x="144791" y="119240"/>
                </a:cubicBezTo>
                <a:cubicBezTo>
                  <a:pt x="144791" y="133342"/>
                  <a:pt x="133342" y="144791"/>
                  <a:pt x="119240" y="144791"/>
                </a:cubicBezTo>
                <a:cubicBezTo>
                  <a:pt x="105138" y="144791"/>
                  <a:pt x="93689" y="133342"/>
                  <a:pt x="93689" y="119240"/>
                </a:cubicBezTo>
                <a:cubicBezTo>
                  <a:pt x="93689" y="105138"/>
                  <a:pt x="105138" y="93689"/>
                  <a:pt x="119240" y="93689"/>
                </a:cubicBezTo>
                <a:close/>
                <a:moveTo>
                  <a:pt x="195894" y="119240"/>
                </a:moveTo>
                <a:cubicBezTo>
                  <a:pt x="195894" y="105138"/>
                  <a:pt x="207343" y="93689"/>
                  <a:pt x="221446" y="93689"/>
                </a:cubicBezTo>
                <a:cubicBezTo>
                  <a:pt x="235548" y="93689"/>
                  <a:pt x="246997" y="105138"/>
                  <a:pt x="246997" y="119240"/>
                </a:cubicBezTo>
                <a:cubicBezTo>
                  <a:pt x="246997" y="133342"/>
                  <a:pt x="235548" y="144791"/>
                  <a:pt x="221446" y="144791"/>
                </a:cubicBezTo>
                <a:cubicBezTo>
                  <a:pt x="207343" y="144791"/>
                  <a:pt x="195894" y="133342"/>
                  <a:pt x="195894" y="119240"/>
                </a:cubicBezTo>
                <a:close/>
                <a:moveTo>
                  <a:pt x="34069" y="119240"/>
                </a:moveTo>
                <a:cubicBezTo>
                  <a:pt x="34069" y="109818"/>
                  <a:pt x="26456" y="102206"/>
                  <a:pt x="17034" y="102206"/>
                </a:cubicBezTo>
                <a:cubicBezTo>
                  <a:pt x="7612" y="102206"/>
                  <a:pt x="0" y="109818"/>
                  <a:pt x="0" y="119240"/>
                </a:cubicBezTo>
                <a:lnTo>
                  <a:pt x="0" y="170343"/>
                </a:lnTo>
                <a:cubicBezTo>
                  <a:pt x="0" y="179765"/>
                  <a:pt x="7612" y="187377"/>
                  <a:pt x="17034" y="187377"/>
                </a:cubicBezTo>
                <a:cubicBezTo>
                  <a:pt x="26456" y="187377"/>
                  <a:pt x="34069" y="179765"/>
                  <a:pt x="34069" y="170343"/>
                </a:cubicBezTo>
                <a:lnTo>
                  <a:pt x="34069" y="119240"/>
                </a:lnTo>
                <a:close/>
                <a:moveTo>
                  <a:pt x="323651" y="102206"/>
                </a:moveTo>
                <a:cubicBezTo>
                  <a:pt x="314229" y="102206"/>
                  <a:pt x="306617" y="109818"/>
                  <a:pt x="306617" y="119240"/>
                </a:cubicBezTo>
                <a:lnTo>
                  <a:pt x="306617" y="170343"/>
                </a:lnTo>
                <a:cubicBezTo>
                  <a:pt x="306617" y="179765"/>
                  <a:pt x="314229" y="187377"/>
                  <a:pt x="323651" y="187377"/>
                </a:cubicBezTo>
                <a:cubicBezTo>
                  <a:pt x="333073" y="187377"/>
                  <a:pt x="340686" y="179765"/>
                  <a:pt x="340686" y="170343"/>
                </a:cubicBezTo>
                <a:lnTo>
                  <a:pt x="340686" y="119240"/>
                </a:lnTo>
                <a:cubicBezTo>
                  <a:pt x="340686" y="109818"/>
                  <a:pt x="333073" y="102206"/>
                  <a:pt x="323651" y="102206"/>
                </a:cubicBez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9667747" y="1971434"/>
            <a:ext cx="890325" cy="2543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218043" y="2307577"/>
            <a:ext cx="2543785" cy="7086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1D355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Machine learning library for training and deploying the Random Forest severity model.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05928" y="3288751"/>
            <a:ext cx="2761824" cy="1362742"/>
          </a:xfrm>
          <a:custGeom>
            <a:avLst/>
            <a:gdLst/>
            <a:ahLst/>
            <a:cxnLst/>
            <a:rect l="l" t="t" r="r" b="b"/>
            <a:pathLst>
              <a:path w="2761824" h="1362742">
                <a:moveTo>
                  <a:pt x="36340" y="0"/>
                </a:moveTo>
                <a:lnTo>
                  <a:pt x="2725484" y="0"/>
                </a:lnTo>
                <a:cubicBezTo>
                  <a:pt x="2745554" y="0"/>
                  <a:pt x="2761824" y="16270"/>
                  <a:pt x="2761824" y="36340"/>
                </a:cubicBezTo>
                <a:lnTo>
                  <a:pt x="2761824" y="1253723"/>
                </a:lnTo>
                <a:cubicBezTo>
                  <a:pt x="2761824" y="1313933"/>
                  <a:pt x="2713015" y="1362742"/>
                  <a:pt x="2652805" y="1362742"/>
                </a:cubicBezTo>
                <a:lnTo>
                  <a:pt x="109019" y="1362742"/>
                </a:lnTo>
                <a:cubicBezTo>
                  <a:pt x="48810" y="1362742"/>
                  <a:pt x="0" y="1313933"/>
                  <a:pt x="0" y="1253723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F5F7FA"/>
          </a:solidFill>
          <a:effectLst>
            <a:outerShdw blurRad="27255" dist="9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387627" y="3452280"/>
            <a:ext cx="272548" cy="272548"/>
          </a:xfrm>
          <a:custGeom>
            <a:avLst/>
            <a:gdLst/>
            <a:ahLst/>
            <a:cxnLst/>
            <a:rect l="l" t="t" r="r" b="b"/>
            <a:pathLst>
              <a:path w="272548" h="272548">
                <a:moveTo>
                  <a:pt x="63879" y="29810"/>
                </a:moveTo>
                <a:cubicBezTo>
                  <a:pt x="63879" y="13361"/>
                  <a:pt x="77240" y="0"/>
                  <a:pt x="93689" y="0"/>
                </a:cubicBezTo>
                <a:lnTo>
                  <a:pt x="106464" y="0"/>
                </a:lnTo>
                <a:cubicBezTo>
                  <a:pt x="115886" y="0"/>
                  <a:pt x="123499" y="7612"/>
                  <a:pt x="123499" y="17034"/>
                </a:cubicBezTo>
                <a:lnTo>
                  <a:pt x="123499" y="255514"/>
                </a:lnTo>
                <a:cubicBezTo>
                  <a:pt x="123499" y="264936"/>
                  <a:pt x="115886" y="272548"/>
                  <a:pt x="106464" y="272548"/>
                </a:cubicBezTo>
                <a:lnTo>
                  <a:pt x="89430" y="272548"/>
                </a:lnTo>
                <a:cubicBezTo>
                  <a:pt x="73567" y="272548"/>
                  <a:pt x="60206" y="261689"/>
                  <a:pt x="56426" y="246997"/>
                </a:cubicBezTo>
                <a:cubicBezTo>
                  <a:pt x="56053" y="246997"/>
                  <a:pt x="55734" y="246997"/>
                  <a:pt x="55361" y="246997"/>
                </a:cubicBezTo>
                <a:cubicBezTo>
                  <a:pt x="31833" y="246997"/>
                  <a:pt x="12776" y="227940"/>
                  <a:pt x="12776" y="204411"/>
                </a:cubicBezTo>
                <a:cubicBezTo>
                  <a:pt x="12776" y="194830"/>
                  <a:pt x="15970" y="185993"/>
                  <a:pt x="21293" y="178860"/>
                </a:cubicBezTo>
                <a:cubicBezTo>
                  <a:pt x="10966" y="171088"/>
                  <a:pt x="4259" y="158738"/>
                  <a:pt x="4259" y="144791"/>
                </a:cubicBezTo>
                <a:cubicBezTo>
                  <a:pt x="4259" y="128343"/>
                  <a:pt x="13627" y="114023"/>
                  <a:pt x="27255" y="106943"/>
                </a:cubicBezTo>
                <a:cubicBezTo>
                  <a:pt x="23475" y="100555"/>
                  <a:pt x="21293" y="93103"/>
                  <a:pt x="21293" y="85171"/>
                </a:cubicBezTo>
                <a:cubicBezTo>
                  <a:pt x="21293" y="61643"/>
                  <a:pt x="40350" y="42586"/>
                  <a:pt x="63879" y="42586"/>
                </a:cubicBezTo>
                <a:lnTo>
                  <a:pt x="63879" y="29810"/>
                </a:lnTo>
                <a:close/>
                <a:moveTo>
                  <a:pt x="208670" y="29810"/>
                </a:moveTo>
                <a:lnTo>
                  <a:pt x="208670" y="42586"/>
                </a:lnTo>
                <a:cubicBezTo>
                  <a:pt x="232198" y="42586"/>
                  <a:pt x="251256" y="61643"/>
                  <a:pt x="251256" y="85171"/>
                </a:cubicBezTo>
                <a:cubicBezTo>
                  <a:pt x="251256" y="93156"/>
                  <a:pt x="249073" y="100609"/>
                  <a:pt x="245294" y="106943"/>
                </a:cubicBezTo>
                <a:cubicBezTo>
                  <a:pt x="258974" y="114023"/>
                  <a:pt x="268290" y="128289"/>
                  <a:pt x="268290" y="144791"/>
                </a:cubicBezTo>
                <a:cubicBezTo>
                  <a:pt x="268290" y="158738"/>
                  <a:pt x="261583" y="171088"/>
                  <a:pt x="251256" y="178860"/>
                </a:cubicBezTo>
                <a:cubicBezTo>
                  <a:pt x="256579" y="185993"/>
                  <a:pt x="259773" y="194830"/>
                  <a:pt x="259773" y="204411"/>
                </a:cubicBezTo>
                <a:cubicBezTo>
                  <a:pt x="259773" y="227940"/>
                  <a:pt x="240716" y="246997"/>
                  <a:pt x="217187" y="246997"/>
                </a:cubicBezTo>
                <a:cubicBezTo>
                  <a:pt x="216814" y="246997"/>
                  <a:pt x="216495" y="246997"/>
                  <a:pt x="216122" y="246997"/>
                </a:cubicBezTo>
                <a:cubicBezTo>
                  <a:pt x="212343" y="261689"/>
                  <a:pt x="198982" y="272548"/>
                  <a:pt x="183118" y="272548"/>
                </a:cubicBezTo>
                <a:lnTo>
                  <a:pt x="166084" y="272548"/>
                </a:lnTo>
                <a:cubicBezTo>
                  <a:pt x="156662" y="272548"/>
                  <a:pt x="149050" y="264936"/>
                  <a:pt x="149050" y="255514"/>
                </a:cubicBezTo>
                <a:lnTo>
                  <a:pt x="149050" y="17034"/>
                </a:lnTo>
                <a:cubicBezTo>
                  <a:pt x="149050" y="7612"/>
                  <a:pt x="156662" y="0"/>
                  <a:pt x="166084" y="0"/>
                </a:cubicBezTo>
                <a:lnTo>
                  <a:pt x="178860" y="0"/>
                </a:lnTo>
                <a:cubicBezTo>
                  <a:pt x="195309" y="0"/>
                  <a:pt x="208670" y="13361"/>
                  <a:pt x="208670" y="29810"/>
                </a:cubicBezTo>
                <a:close/>
              </a:path>
            </a:pathLst>
          </a:custGeom>
          <a:solidFill>
            <a:srgbClr val="002060"/>
          </a:solidFill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800992" y="3461365"/>
            <a:ext cx="1371827" cy="2543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TensorFlow/Keras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51287" y="3797508"/>
            <a:ext cx="2543785" cy="7086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1D355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Deep learning framework for building and training the LSTM traffic prediction network.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72683" y="3288751"/>
            <a:ext cx="2761824" cy="1362742"/>
          </a:xfrm>
          <a:custGeom>
            <a:avLst/>
            <a:gdLst/>
            <a:ahLst/>
            <a:cxnLst/>
            <a:rect l="l" t="t" r="r" b="b"/>
            <a:pathLst>
              <a:path w="2761824" h="1362742">
                <a:moveTo>
                  <a:pt x="36340" y="0"/>
                </a:moveTo>
                <a:lnTo>
                  <a:pt x="2725484" y="0"/>
                </a:lnTo>
                <a:cubicBezTo>
                  <a:pt x="2745554" y="0"/>
                  <a:pt x="2761824" y="16270"/>
                  <a:pt x="2761824" y="36340"/>
                </a:cubicBezTo>
                <a:lnTo>
                  <a:pt x="2761824" y="1253723"/>
                </a:lnTo>
                <a:cubicBezTo>
                  <a:pt x="2761824" y="1313933"/>
                  <a:pt x="2713015" y="1362742"/>
                  <a:pt x="2652805" y="1362742"/>
                </a:cubicBezTo>
                <a:lnTo>
                  <a:pt x="109019" y="1362742"/>
                </a:lnTo>
                <a:cubicBezTo>
                  <a:pt x="48810" y="1362742"/>
                  <a:pt x="0" y="1313933"/>
                  <a:pt x="0" y="1253723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F5F7FA"/>
          </a:solidFill>
          <a:effectLst>
            <a:outerShdw blurRad="27255" dist="9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9254382" y="3452280"/>
            <a:ext cx="272548" cy="272548"/>
          </a:xfrm>
          <a:custGeom>
            <a:avLst/>
            <a:gdLst/>
            <a:ahLst/>
            <a:cxnLst/>
            <a:rect l="l" t="t" r="r" b="b"/>
            <a:pathLst>
              <a:path w="272548" h="272548">
                <a:moveTo>
                  <a:pt x="272548" y="25551"/>
                </a:moveTo>
                <a:cubicBezTo>
                  <a:pt x="272548" y="19643"/>
                  <a:pt x="269514" y="14160"/>
                  <a:pt x="264457" y="11072"/>
                </a:cubicBezTo>
                <a:cubicBezTo>
                  <a:pt x="259400" y="7985"/>
                  <a:pt x="253172" y="7665"/>
                  <a:pt x="247902" y="10327"/>
                </a:cubicBezTo>
                <a:lnTo>
                  <a:pt x="186046" y="41255"/>
                </a:lnTo>
                <a:lnTo>
                  <a:pt x="90548" y="9369"/>
                </a:lnTo>
                <a:cubicBezTo>
                  <a:pt x="86236" y="7932"/>
                  <a:pt x="81605" y="8251"/>
                  <a:pt x="77559" y="10274"/>
                </a:cubicBezTo>
                <a:lnTo>
                  <a:pt x="9422" y="44342"/>
                </a:lnTo>
                <a:cubicBezTo>
                  <a:pt x="3620" y="47270"/>
                  <a:pt x="0" y="53179"/>
                  <a:pt x="0" y="59620"/>
                </a:cubicBezTo>
                <a:lnTo>
                  <a:pt x="0" y="246997"/>
                </a:lnTo>
                <a:cubicBezTo>
                  <a:pt x="0" y="252906"/>
                  <a:pt x="3034" y="258389"/>
                  <a:pt x="8091" y="261476"/>
                </a:cubicBezTo>
                <a:cubicBezTo>
                  <a:pt x="13148" y="264564"/>
                  <a:pt x="19376" y="264883"/>
                  <a:pt x="24646" y="262221"/>
                </a:cubicBezTo>
                <a:lnTo>
                  <a:pt x="86449" y="231294"/>
                </a:lnTo>
                <a:lnTo>
                  <a:pt x="181947" y="263126"/>
                </a:lnTo>
                <a:cubicBezTo>
                  <a:pt x="186259" y="264564"/>
                  <a:pt x="190890" y="264244"/>
                  <a:pt x="194936" y="262221"/>
                </a:cubicBezTo>
                <a:lnTo>
                  <a:pt x="263073" y="228153"/>
                </a:lnTo>
                <a:cubicBezTo>
                  <a:pt x="268822" y="225278"/>
                  <a:pt x="272495" y="219370"/>
                  <a:pt x="272495" y="212928"/>
                </a:cubicBezTo>
                <a:lnTo>
                  <a:pt x="272495" y="25551"/>
                </a:lnTo>
                <a:close/>
                <a:moveTo>
                  <a:pt x="102206" y="200632"/>
                </a:moveTo>
                <a:lnTo>
                  <a:pt x="102206" y="49186"/>
                </a:lnTo>
                <a:lnTo>
                  <a:pt x="170343" y="71917"/>
                </a:lnTo>
                <a:lnTo>
                  <a:pt x="170343" y="223362"/>
                </a:lnTo>
                <a:lnTo>
                  <a:pt x="102206" y="200632"/>
                </a:ln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9667747" y="3461365"/>
            <a:ext cx="1399082" cy="2543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OSMnx/NetworkX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218043" y="3797508"/>
            <a:ext cx="2543785" cy="7086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1D355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Real-world road network analysis and shortest path computation for route optimization.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05928" y="4778683"/>
            <a:ext cx="2761824" cy="1362742"/>
          </a:xfrm>
          <a:custGeom>
            <a:avLst/>
            <a:gdLst/>
            <a:ahLst/>
            <a:cxnLst/>
            <a:rect l="l" t="t" r="r" b="b"/>
            <a:pathLst>
              <a:path w="2761824" h="1362742">
                <a:moveTo>
                  <a:pt x="36340" y="0"/>
                </a:moveTo>
                <a:lnTo>
                  <a:pt x="2725484" y="0"/>
                </a:lnTo>
                <a:cubicBezTo>
                  <a:pt x="2745554" y="0"/>
                  <a:pt x="2761824" y="16270"/>
                  <a:pt x="2761824" y="36340"/>
                </a:cubicBezTo>
                <a:lnTo>
                  <a:pt x="2761824" y="1253723"/>
                </a:lnTo>
                <a:cubicBezTo>
                  <a:pt x="2761824" y="1313933"/>
                  <a:pt x="2713015" y="1362742"/>
                  <a:pt x="2652805" y="1362742"/>
                </a:cubicBezTo>
                <a:lnTo>
                  <a:pt x="109019" y="1362742"/>
                </a:lnTo>
                <a:cubicBezTo>
                  <a:pt x="48810" y="1362742"/>
                  <a:pt x="0" y="1313933"/>
                  <a:pt x="0" y="1253723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F5F7FA"/>
          </a:solidFill>
          <a:effectLst>
            <a:outerShdw blurRad="27255" dist="9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387627" y="4942212"/>
            <a:ext cx="272548" cy="272548"/>
          </a:xfrm>
          <a:custGeom>
            <a:avLst/>
            <a:gdLst/>
            <a:ahLst/>
            <a:cxnLst/>
            <a:rect l="l" t="t" r="r" b="b"/>
            <a:pathLst>
              <a:path w="272548" h="272548">
                <a:moveTo>
                  <a:pt x="34069" y="17034"/>
                </a:moveTo>
                <a:cubicBezTo>
                  <a:pt x="15278" y="17034"/>
                  <a:pt x="0" y="32312"/>
                  <a:pt x="0" y="51103"/>
                </a:cubicBezTo>
                <a:lnTo>
                  <a:pt x="0" y="187377"/>
                </a:lnTo>
                <a:cubicBezTo>
                  <a:pt x="0" y="206168"/>
                  <a:pt x="15278" y="221446"/>
                  <a:pt x="34069" y="221446"/>
                </a:cubicBezTo>
                <a:lnTo>
                  <a:pt x="110723" y="221446"/>
                </a:lnTo>
                <a:lnTo>
                  <a:pt x="102206" y="246997"/>
                </a:lnTo>
                <a:lnTo>
                  <a:pt x="63879" y="246997"/>
                </a:lnTo>
                <a:cubicBezTo>
                  <a:pt x="56799" y="246997"/>
                  <a:pt x="51103" y="252693"/>
                  <a:pt x="51103" y="259773"/>
                </a:cubicBezTo>
                <a:cubicBezTo>
                  <a:pt x="51103" y="266853"/>
                  <a:pt x="56799" y="272548"/>
                  <a:pt x="63879" y="272548"/>
                </a:cubicBezTo>
                <a:lnTo>
                  <a:pt x="208670" y="272548"/>
                </a:lnTo>
                <a:cubicBezTo>
                  <a:pt x="215750" y="272548"/>
                  <a:pt x="221446" y="266853"/>
                  <a:pt x="221446" y="259773"/>
                </a:cubicBezTo>
                <a:cubicBezTo>
                  <a:pt x="221446" y="252693"/>
                  <a:pt x="215750" y="246997"/>
                  <a:pt x="208670" y="246997"/>
                </a:cubicBezTo>
                <a:lnTo>
                  <a:pt x="170343" y="246997"/>
                </a:lnTo>
                <a:lnTo>
                  <a:pt x="161826" y="221446"/>
                </a:lnTo>
                <a:lnTo>
                  <a:pt x="238480" y="221446"/>
                </a:lnTo>
                <a:cubicBezTo>
                  <a:pt x="257271" y="221446"/>
                  <a:pt x="272548" y="206168"/>
                  <a:pt x="272548" y="187377"/>
                </a:cubicBezTo>
                <a:lnTo>
                  <a:pt x="272548" y="51103"/>
                </a:lnTo>
                <a:cubicBezTo>
                  <a:pt x="272548" y="32312"/>
                  <a:pt x="257271" y="17034"/>
                  <a:pt x="238480" y="17034"/>
                </a:cubicBezTo>
                <a:lnTo>
                  <a:pt x="34069" y="17034"/>
                </a:lnTo>
                <a:close/>
                <a:moveTo>
                  <a:pt x="51103" y="51103"/>
                </a:moveTo>
                <a:lnTo>
                  <a:pt x="221446" y="51103"/>
                </a:lnTo>
                <a:cubicBezTo>
                  <a:pt x="230868" y="51103"/>
                  <a:pt x="238480" y="58715"/>
                  <a:pt x="238480" y="68137"/>
                </a:cubicBezTo>
                <a:lnTo>
                  <a:pt x="238480" y="153308"/>
                </a:lnTo>
                <a:cubicBezTo>
                  <a:pt x="238480" y="162731"/>
                  <a:pt x="230868" y="170343"/>
                  <a:pt x="221446" y="170343"/>
                </a:cubicBezTo>
                <a:lnTo>
                  <a:pt x="51103" y="170343"/>
                </a:lnTo>
                <a:cubicBezTo>
                  <a:pt x="41681" y="170343"/>
                  <a:pt x="34069" y="162731"/>
                  <a:pt x="34069" y="153308"/>
                </a:cubicBezTo>
                <a:lnTo>
                  <a:pt x="34069" y="68137"/>
                </a:lnTo>
                <a:cubicBezTo>
                  <a:pt x="34069" y="58715"/>
                  <a:pt x="41681" y="51103"/>
                  <a:pt x="51103" y="51103"/>
                </a:cubicBezTo>
                <a:close/>
              </a:path>
            </a:pathLst>
          </a:custGeom>
          <a:solidFill>
            <a:srgbClr val="002060"/>
          </a:solidFill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800992" y="4951297"/>
            <a:ext cx="717711" cy="2543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51287" y="5287440"/>
            <a:ext cx="2543785" cy="7086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1D355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Interactive web dashboard for real-time emergency monitoring and system visualization.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72683" y="4778683"/>
            <a:ext cx="2761824" cy="1362742"/>
          </a:xfrm>
          <a:custGeom>
            <a:avLst/>
            <a:gdLst/>
            <a:ahLst/>
            <a:cxnLst/>
            <a:rect l="l" t="t" r="r" b="b"/>
            <a:pathLst>
              <a:path w="2761824" h="1362742">
                <a:moveTo>
                  <a:pt x="36340" y="0"/>
                </a:moveTo>
                <a:lnTo>
                  <a:pt x="2725484" y="0"/>
                </a:lnTo>
                <a:cubicBezTo>
                  <a:pt x="2745554" y="0"/>
                  <a:pt x="2761824" y="16270"/>
                  <a:pt x="2761824" y="36340"/>
                </a:cubicBezTo>
                <a:lnTo>
                  <a:pt x="2761824" y="1253723"/>
                </a:lnTo>
                <a:cubicBezTo>
                  <a:pt x="2761824" y="1313933"/>
                  <a:pt x="2713015" y="1362742"/>
                  <a:pt x="2652805" y="1362742"/>
                </a:cubicBezTo>
                <a:lnTo>
                  <a:pt x="109019" y="1362742"/>
                </a:lnTo>
                <a:cubicBezTo>
                  <a:pt x="48810" y="1362742"/>
                  <a:pt x="0" y="1313933"/>
                  <a:pt x="0" y="1253723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F5F7FA"/>
          </a:solidFill>
          <a:effectLst>
            <a:outerShdw blurRad="27255" dist="9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254382" y="4942212"/>
            <a:ext cx="272548" cy="272548"/>
          </a:xfrm>
          <a:custGeom>
            <a:avLst/>
            <a:gdLst/>
            <a:ahLst/>
            <a:cxnLst/>
            <a:rect l="l" t="t" r="r" b="b"/>
            <a:pathLst>
              <a:path w="272548" h="272548">
                <a:moveTo>
                  <a:pt x="254396" y="40190"/>
                </a:moveTo>
                <a:cubicBezTo>
                  <a:pt x="256792" y="33909"/>
                  <a:pt x="255301" y="26776"/>
                  <a:pt x="250564" y="22038"/>
                </a:cubicBezTo>
                <a:cubicBezTo>
                  <a:pt x="245826" y="17300"/>
                  <a:pt x="238693" y="15757"/>
                  <a:pt x="232411" y="18205"/>
                </a:cubicBezTo>
                <a:lnTo>
                  <a:pt x="10966" y="103377"/>
                </a:lnTo>
                <a:cubicBezTo>
                  <a:pt x="4205" y="105932"/>
                  <a:pt x="-160" y="112426"/>
                  <a:pt x="0" y="119613"/>
                </a:cubicBezTo>
                <a:cubicBezTo>
                  <a:pt x="160" y="126799"/>
                  <a:pt x="4844" y="133134"/>
                  <a:pt x="11658" y="135369"/>
                </a:cubicBezTo>
                <a:lnTo>
                  <a:pt x="105772" y="166723"/>
                </a:lnTo>
                <a:lnTo>
                  <a:pt x="137126" y="260837"/>
                </a:lnTo>
                <a:cubicBezTo>
                  <a:pt x="139415" y="267651"/>
                  <a:pt x="145696" y="272336"/>
                  <a:pt x="152883" y="272495"/>
                </a:cubicBezTo>
                <a:cubicBezTo>
                  <a:pt x="160069" y="272655"/>
                  <a:pt x="166563" y="268290"/>
                  <a:pt x="169172" y="261583"/>
                </a:cubicBezTo>
                <a:lnTo>
                  <a:pt x="254343" y="40137"/>
                </a:ln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9667747" y="4951297"/>
            <a:ext cx="1090194" cy="2543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Geopy/Folium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218043" y="5287440"/>
            <a:ext cx="2543785" cy="7086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1D355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Geocoding services and interactive map visualization for live route tracking.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11430000" cy="1876425"/>
          </a:xfrm>
          <a:custGeom>
            <a:avLst/>
            <a:gdLst/>
            <a:ahLst/>
            <a:cxnLst/>
            <a:rect l="l" t="t" r="r" b="b"/>
            <a:pathLst>
              <a:path w="11430000" h="1876425">
                <a:moveTo>
                  <a:pt x="152403" y="0"/>
                </a:moveTo>
                <a:lnTo>
                  <a:pt x="11277597" y="0"/>
                </a:lnTo>
                <a:cubicBezTo>
                  <a:pt x="11361767" y="0"/>
                  <a:pt x="11430000" y="68233"/>
                  <a:pt x="11430000" y="152403"/>
                </a:cubicBezTo>
                <a:lnTo>
                  <a:pt x="11430000" y="1724022"/>
                </a:lnTo>
                <a:cubicBezTo>
                  <a:pt x="11430000" y="1808192"/>
                  <a:pt x="11361767" y="1876425"/>
                  <a:pt x="11277597" y="1876425"/>
                </a:cubicBezTo>
                <a:lnTo>
                  <a:pt x="152403" y="1876425"/>
                </a:lnTo>
                <a:cubicBezTo>
                  <a:pt x="68233" y="1876425"/>
                  <a:pt x="0" y="1808192"/>
                  <a:pt x="0" y="1724022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44987" y="158496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2060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1111687" y="185166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073" y="11162"/>
                </a:moveTo>
                <a:cubicBezTo>
                  <a:pt x="160556" y="2768"/>
                  <a:pt x="169753" y="-1741"/>
                  <a:pt x="178549" y="670"/>
                </a:cubicBezTo>
                <a:lnTo>
                  <a:pt x="181005" y="1339"/>
                </a:lnTo>
                <a:cubicBezTo>
                  <a:pt x="209848" y="9198"/>
                  <a:pt x="234494" y="37148"/>
                  <a:pt x="227305" y="71170"/>
                </a:cubicBezTo>
                <a:cubicBezTo>
                  <a:pt x="210741" y="149304"/>
                  <a:pt x="149260" y="210785"/>
                  <a:pt x="71125" y="227350"/>
                </a:cubicBezTo>
                <a:cubicBezTo>
                  <a:pt x="37058" y="234583"/>
                  <a:pt x="9153" y="209892"/>
                  <a:pt x="1295" y="181049"/>
                </a:cubicBezTo>
                <a:lnTo>
                  <a:pt x="625" y="178594"/>
                </a:lnTo>
                <a:cubicBezTo>
                  <a:pt x="-1786" y="169798"/>
                  <a:pt x="2724" y="160600"/>
                  <a:pt x="11117" y="157118"/>
                </a:cubicBezTo>
                <a:lnTo>
                  <a:pt x="54560" y="139035"/>
                </a:lnTo>
                <a:cubicBezTo>
                  <a:pt x="61927" y="135954"/>
                  <a:pt x="70455" y="138098"/>
                  <a:pt x="75545" y="144304"/>
                </a:cubicBezTo>
                <a:lnTo>
                  <a:pt x="92779" y="165378"/>
                </a:lnTo>
                <a:cubicBezTo>
                  <a:pt x="124167" y="149796"/>
                  <a:pt x="149394" y="123721"/>
                  <a:pt x="163904" y="91753"/>
                </a:cubicBezTo>
                <a:lnTo>
                  <a:pt x="144214" y="75634"/>
                </a:lnTo>
                <a:cubicBezTo>
                  <a:pt x="138008" y="70589"/>
                  <a:pt x="135910" y="62061"/>
                  <a:pt x="138946" y="54650"/>
                </a:cubicBezTo>
                <a:lnTo>
                  <a:pt x="157073" y="11162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4990" y="2423161"/>
            <a:ext cx="7048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User SOS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42386" y="209931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E63946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468285" y="158496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57B9D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63560" y="185166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84207"/>
                </a:moveTo>
                <a:cubicBezTo>
                  <a:pt x="0" y="37683"/>
                  <a:pt x="38398" y="0"/>
                  <a:pt x="85725" y="0"/>
                </a:cubicBezTo>
                <a:cubicBezTo>
                  <a:pt x="133052" y="0"/>
                  <a:pt x="171450" y="37683"/>
                  <a:pt x="171450" y="84207"/>
                </a:cubicBezTo>
                <a:cubicBezTo>
                  <a:pt x="171450" y="137473"/>
                  <a:pt x="117783" y="201320"/>
                  <a:pt x="95369" y="225653"/>
                </a:cubicBezTo>
                <a:cubicBezTo>
                  <a:pt x="90101" y="231368"/>
                  <a:pt x="81305" y="231368"/>
                  <a:pt x="76036" y="225653"/>
                </a:cubicBezTo>
                <a:cubicBezTo>
                  <a:pt x="53623" y="201320"/>
                  <a:pt x="-45" y="137473"/>
                  <a:pt x="-45" y="84207"/>
                </a:cubicBezTo>
                <a:close/>
                <a:moveTo>
                  <a:pt x="85725" y="114300"/>
                </a:moveTo>
                <a:cubicBezTo>
                  <a:pt x="101496" y="114300"/>
                  <a:pt x="114300" y="101496"/>
                  <a:pt x="114300" y="85725"/>
                </a:cubicBezTo>
                <a:cubicBezTo>
                  <a:pt x="114300" y="69954"/>
                  <a:pt x="101496" y="57150"/>
                  <a:pt x="85725" y="57150"/>
                </a:cubicBezTo>
                <a:cubicBezTo>
                  <a:pt x="69954" y="57150"/>
                  <a:pt x="57150" y="69954"/>
                  <a:pt x="57150" y="85725"/>
                </a:cubicBezTo>
                <a:cubicBezTo>
                  <a:pt x="57150" y="101496"/>
                  <a:pt x="69954" y="114300"/>
                  <a:pt x="85725" y="11430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91502" y="2423161"/>
            <a:ext cx="714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Location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Detection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65803" y="209931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091702" y="15811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2060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358402" y="1847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878104" y="2419350"/>
            <a:ext cx="1190625" cy="390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Traffic Prediction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50" b="1" dirty="0">
                <a:solidFill>
                  <a:srgbClr val="E6394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(LSTM)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89101" y="209931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E63946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715000" y="14859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57B9D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953125" y="17526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41514" y="2324100"/>
            <a:ext cx="1304925" cy="581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Severity Prediction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50" b="1" dirty="0">
                <a:solidFill>
                  <a:srgbClr val="457B9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(Random Forest)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12518" y="209931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338417" y="158496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2060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590830" y="185166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30048" y="200025"/>
                </a:lnTo>
                <a:cubicBezTo>
                  <a:pt x="34692" y="216500"/>
                  <a:pt x="49872" y="228600"/>
                  <a:pt x="67866" y="228600"/>
                </a:cubicBezTo>
                <a:cubicBezTo>
                  <a:pt x="85859" y="228600"/>
                  <a:pt x="100995" y="216500"/>
                  <a:pt x="105683" y="200025"/>
                </a:cubicBezTo>
                <a:lnTo>
                  <a:pt x="151492" y="200025"/>
                </a:lnTo>
                <a:cubicBezTo>
                  <a:pt x="156136" y="216500"/>
                  <a:pt x="171316" y="228600"/>
                  <a:pt x="189309" y="228600"/>
                </a:cubicBezTo>
                <a:cubicBezTo>
                  <a:pt x="207303" y="228600"/>
                  <a:pt x="222439" y="216500"/>
                  <a:pt x="227127" y="200025"/>
                </a:cubicBezTo>
                <a:lnTo>
                  <a:pt x="228600" y="200025"/>
                </a:lnTo>
                <a:cubicBezTo>
                  <a:pt x="244361" y="200025"/>
                  <a:pt x="257175" y="187211"/>
                  <a:pt x="257175" y="171450"/>
                </a:cubicBezTo>
                <a:lnTo>
                  <a:pt x="257175" y="105951"/>
                </a:lnTo>
                <a:cubicBezTo>
                  <a:pt x="257175" y="98361"/>
                  <a:pt x="254184" y="91083"/>
                  <a:pt x="248826" y="85725"/>
                </a:cubicBezTo>
                <a:lnTo>
                  <a:pt x="228600" y="65499"/>
                </a:lnTo>
                <a:cubicBezTo>
                  <a:pt x="223242" y="60141"/>
                  <a:pt x="215964" y="57150"/>
                  <a:pt x="208374" y="57150"/>
                </a:cubicBezTo>
                <a:lnTo>
                  <a:pt x="185738" y="57150"/>
                </a:lnTo>
                <a:lnTo>
                  <a:pt x="185738" y="42862"/>
                </a:lnTo>
                <a:cubicBezTo>
                  <a:pt x="185738" y="27102"/>
                  <a:pt x="172923" y="14287"/>
                  <a:pt x="157163" y="14287"/>
                </a:cubicBezTo>
                <a:lnTo>
                  <a:pt x="28575" y="14288"/>
                </a:lnTo>
                <a:close/>
                <a:moveTo>
                  <a:pt x="228600" y="105951"/>
                </a:moveTo>
                <a:lnTo>
                  <a:pt x="228600" y="128588"/>
                </a:lnTo>
                <a:lnTo>
                  <a:pt x="185738" y="128588"/>
                </a:lnTo>
                <a:lnTo>
                  <a:pt x="185738" y="85725"/>
                </a:lnTo>
                <a:lnTo>
                  <a:pt x="208374" y="85725"/>
                </a:lnTo>
                <a:lnTo>
                  <a:pt x="228600" y="105951"/>
                </a:lnTo>
                <a:close/>
                <a:moveTo>
                  <a:pt x="67866" y="171450"/>
                </a:moveTo>
                <a:cubicBezTo>
                  <a:pt x="77722" y="171450"/>
                  <a:pt x="85725" y="179453"/>
                  <a:pt x="85725" y="189309"/>
                </a:cubicBezTo>
                <a:cubicBezTo>
                  <a:pt x="85725" y="199166"/>
                  <a:pt x="77722" y="207169"/>
                  <a:pt x="67866" y="207169"/>
                </a:cubicBezTo>
                <a:cubicBezTo>
                  <a:pt x="58009" y="207169"/>
                  <a:pt x="50006" y="199166"/>
                  <a:pt x="50006" y="189309"/>
                </a:cubicBezTo>
                <a:cubicBezTo>
                  <a:pt x="50006" y="179453"/>
                  <a:pt x="58009" y="171450"/>
                  <a:pt x="67866" y="171450"/>
                </a:cubicBezTo>
                <a:close/>
                <a:moveTo>
                  <a:pt x="171450" y="189309"/>
                </a:moveTo>
                <a:cubicBezTo>
                  <a:pt x="171450" y="179453"/>
                  <a:pt x="179453" y="171450"/>
                  <a:pt x="189309" y="171450"/>
                </a:cubicBezTo>
                <a:cubicBezTo>
                  <a:pt x="199166" y="171450"/>
                  <a:pt x="207169" y="179453"/>
                  <a:pt x="207169" y="189309"/>
                </a:cubicBezTo>
                <a:cubicBezTo>
                  <a:pt x="207169" y="199166"/>
                  <a:pt x="199166" y="207169"/>
                  <a:pt x="189309" y="207169"/>
                </a:cubicBezTo>
                <a:cubicBezTo>
                  <a:pt x="179453" y="207169"/>
                  <a:pt x="171450" y="199166"/>
                  <a:pt x="171450" y="189309"/>
                </a:cubicBezTo>
                <a:close/>
                <a:moveTo>
                  <a:pt x="78581" y="60722"/>
                </a:moveTo>
                <a:cubicBezTo>
                  <a:pt x="78581" y="56793"/>
                  <a:pt x="81796" y="53578"/>
                  <a:pt x="85725" y="53578"/>
                </a:cubicBezTo>
                <a:lnTo>
                  <a:pt x="100013" y="53578"/>
                </a:lnTo>
                <a:cubicBezTo>
                  <a:pt x="103942" y="53578"/>
                  <a:pt x="107156" y="56793"/>
                  <a:pt x="107156" y="60722"/>
                </a:cubicBezTo>
                <a:lnTo>
                  <a:pt x="107156" y="78581"/>
                </a:lnTo>
                <a:lnTo>
                  <a:pt x="125016" y="78581"/>
                </a:lnTo>
                <a:cubicBezTo>
                  <a:pt x="128945" y="78581"/>
                  <a:pt x="132159" y="81796"/>
                  <a:pt x="132159" y="85725"/>
                </a:cubicBezTo>
                <a:lnTo>
                  <a:pt x="132159" y="100013"/>
                </a:lnTo>
                <a:cubicBezTo>
                  <a:pt x="132159" y="103942"/>
                  <a:pt x="128945" y="107156"/>
                  <a:pt x="125016" y="107156"/>
                </a:cubicBezTo>
                <a:lnTo>
                  <a:pt x="107156" y="107156"/>
                </a:lnTo>
                <a:lnTo>
                  <a:pt x="107156" y="125016"/>
                </a:lnTo>
                <a:cubicBezTo>
                  <a:pt x="107156" y="128945"/>
                  <a:pt x="103942" y="132159"/>
                  <a:pt x="100013" y="132159"/>
                </a:cubicBezTo>
                <a:lnTo>
                  <a:pt x="85725" y="132159"/>
                </a:lnTo>
                <a:cubicBezTo>
                  <a:pt x="81796" y="132159"/>
                  <a:pt x="78581" y="128945"/>
                  <a:pt x="78581" y="125016"/>
                </a:cubicBezTo>
                <a:lnTo>
                  <a:pt x="78581" y="107156"/>
                </a:lnTo>
                <a:lnTo>
                  <a:pt x="60722" y="107156"/>
                </a:lnTo>
                <a:cubicBezTo>
                  <a:pt x="56793" y="107156"/>
                  <a:pt x="53578" y="103942"/>
                  <a:pt x="53578" y="100013"/>
                </a:cubicBezTo>
                <a:lnTo>
                  <a:pt x="53578" y="85725"/>
                </a:lnTo>
                <a:cubicBezTo>
                  <a:pt x="53578" y="81796"/>
                  <a:pt x="56793" y="78581"/>
                  <a:pt x="60722" y="78581"/>
                </a:cubicBezTo>
                <a:lnTo>
                  <a:pt x="78581" y="78581"/>
                </a:lnTo>
                <a:lnTo>
                  <a:pt x="78581" y="60722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391519" y="2423161"/>
            <a:ext cx="6572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Vehicle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Dispatch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35816" y="209931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E63946"/>
          </a:solidFill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961715" y="158496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57B9D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228415" y="185166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42863"/>
                </a:moveTo>
                <a:cubicBezTo>
                  <a:pt x="228600" y="65276"/>
                  <a:pt x="202213" y="98718"/>
                  <a:pt x="190827" y="112068"/>
                </a:cubicBezTo>
                <a:cubicBezTo>
                  <a:pt x="189131" y="114032"/>
                  <a:pt x="186630" y="114791"/>
                  <a:pt x="184353" y="114300"/>
                </a:cubicBezTo>
                <a:lnTo>
                  <a:pt x="142875" y="114300"/>
                </a:lnTo>
                <a:cubicBezTo>
                  <a:pt x="134972" y="114300"/>
                  <a:pt x="128588" y="120685"/>
                  <a:pt x="128588" y="128588"/>
                </a:cubicBezTo>
                <a:cubicBezTo>
                  <a:pt x="128588" y="136490"/>
                  <a:pt x="134972" y="142875"/>
                  <a:pt x="142875" y="142875"/>
                </a:cubicBezTo>
                <a:lnTo>
                  <a:pt x="185738" y="142875"/>
                </a:lnTo>
                <a:cubicBezTo>
                  <a:pt x="209401" y="142875"/>
                  <a:pt x="228600" y="162074"/>
                  <a:pt x="228600" y="185738"/>
                </a:cubicBezTo>
                <a:cubicBezTo>
                  <a:pt x="228600" y="209401"/>
                  <a:pt x="209401" y="228600"/>
                  <a:pt x="185738" y="228600"/>
                </a:cubicBezTo>
                <a:lnTo>
                  <a:pt x="62329" y="228600"/>
                </a:lnTo>
                <a:cubicBezTo>
                  <a:pt x="66214" y="224180"/>
                  <a:pt x="70946" y="218509"/>
                  <a:pt x="75724" y="212169"/>
                </a:cubicBezTo>
                <a:cubicBezTo>
                  <a:pt x="78537" y="208419"/>
                  <a:pt x="81439" y="204311"/>
                  <a:pt x="84207" y="200025"/>
                </a:cubicBezTo>
                <a:lnTo>
                  <a:pt x="185738" y="200025"/>
                </a:lnTo>
                <a:cubicBezTo>
                  <a:pt x="193640" y="200025"/>
                  <a:pt x="200025" y="193640"/>
                  <a:pt x="200025" y="185738"/>
                </a:cubicBezTo>
                <a:cubicBezTo>
                  <a:pt x="200025" y="177835"/>
                  <a:pt x="193640" y="171450"/>
                  <a:pt x="185738" y="171450"/>
                </a:cubicBezTo>
                <a:lnTo>
                  <a:pt x="142875" y="171450"/>
                </a:lnTo>
                <a:cubicBezTo>
                  <a:pt x="119211" y="171450"/>
                  <a:pt x="100013" y="152251"/>
                  <a:pt x="100013" y="128588"/>
                </a:cubicBezTo>
                <a:cubicBezTo>
                  <a:pt x="100013" y="104924"/>
                  <a:pt x="119211" y="85725"/>
                  <a:pt x="142875" y="85725"/>
                </a:cubicBezTo>
                <a:lnTo>
                  <a:pt x="160645" y="85725"/>
                </a:lnTo>
                <a:cubicBezTo>
                  <a:pt x="151269" y="71661"/>
                  <a:pt x="142875" y="55498"/>
                  <a:pt x="142875" y="42863"/>
                </a:cubicBezTo>
                <a:cubicBezTo>
                  <a:pt x="142875" y="19199"/>
                  <a:pt x="162074" y="0"/>
                  <a:pt x="185738" y="0"/>
                </a:cubicBezTo>
                <a:cubicBezTo>
                  <a:pt x="209401" y="0"/>
                  <a:pt x="228600" y="19199"/>
                  <a:pt x="228600" y="42863"/>
                </a:cubicBezTo>
                <a:close/>
                <a:moveTo>
                  <a:pt x="52283" y="218376"/>
                </a:moveTo>
                <a:cubicBezTo>
                  <a:pt x="50587" y="220295"/>
                  <a:pt x="49069" y="221992"/>
                  <a:pt x="47774" y="223421"/>
                </a:cubicBezTo>
                <a:lnTo>
                  <a:pt x="46970" y="224314"/>
                </a:lnTo>
                <a:lnTo>
                  <a:pt x="46881" y="224224"/>
                </a:lnTo>
                <a:cubicBezTo>
                  <a:pt x="44202" y="226278"/>
                  <a:pt x="40362" y="226010"/>
                  <a:pt x="37951" y="223421"/>
                </a:cubicBezTo>
                <a:cubicBezTo>
                  <a:pt x="26700" y="211187"/>
                  <a:pt x="0" y="179710"/>
                  <a:pt x="0" y="157163"/>
                </a:cubicBezTo>
                <a:cubicBezTo>
                  <a:pt x="0" y="133499"/>
                  <a:pt x="19199" y="114300"/>
                  <a:pt x="42863" y="114300"/>
                </a:cubicBezTo>
                <a:cubicBezTo>
                  <a:pt x="66526" y="114300"/>
                  <a:pt x="85725" y="133499"/>
                  <a:pt x="85725" y="157163"/>
                </a:cubicBezTo>
                <a:cubicBezTo>
                  <a:pt x="85725" y="170557"/>
                  <a:pt x="76304" y="187077"/>
                  <a:pt x="66303" y="200873"/>
                </a:cubicBezTo>
                <a:cubicBezTo>
                  <a:pt x="61526" y="207437"/>
                  <a:pt x="56614" y="213375"/>
                  <a:pt x="52551" y="218063"/>
                </a:cubicBezTo>
                <a:lnTo>
                  <a:pt x="52283" y="218376"/>
                </a:lnTo>
                <a:close/>
                <a:moveTo>
                  <a:pt x="57150" y="157163"/>
                </a:moveTo>
                <a:cubicBezTo>
                  <a:pt x="57150" y="149277"/>
                  <a:pt x="50748" y="142875"/>
                  <a:pt x="42863" y="142875"/>
                </a:cubicBezTo>
                <a:cubicBezTo>
                  <a:pt x="34977" y="142875"/>
                  <a:pt x="28575" y="149277"/>
                  <a:pt x="28575" y="157163"/>
                </a:cubicBezTo>
                <a:cubicBezTo>
                  <a:pt x="28575" y="165048"/>
                  <a:pt x="34977" y="171450"/>
                  <a:pt x="42863" y="171450"/>
                </a:cubicBezTo>
                <a:cubicBezTo>
                  <a:pt x="50748" y="171450"/>
                  <a:pt x="57150" y="165048"/>
                  <a:pt x="57150" y="157163"/>
                </a:cubicBezTo>
                <a:close/>
                <a:moveTo>
                  <a:pt x="185738" y="57150"/>
                </a:moveTo>
                <a:cubicBezTo>
                  <a:pt x="193623" y="57150"/>
                  <a:pt x="200025" y="50748"/>
                  <a:pt x="200025" y="42863"/>
                </a:cubicBezTo>
                <a:cubicBezTo>
                  <a:pt x="200025" y="34977"/>
                  <a:pt x="193623" y="28575"/>
                  <a:pt x="185738" y="28575"/>
                </a:cubicBezTo>
                <a:cubicBezTo>
                  <a:pt x="177852" y="28575"/>
                  <a:pt x="171450" y="34977"/>
                  <a:pt x="171450" y="42863"/>
                </a:cubicBezTo>
                <a:cubicBezTo>
                  <a:pt x="171450" y="50748"/>
                  <a:pt x="177852" y="57150"/>
                  <a:pt x="185738" y="5715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884325" y="2423161"/>
            <a:ext cx="9144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Route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059115" y="209931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0585013" y="158496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02060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0851713" y="185166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84" y="0"/>
                </a:moveTo>
                <a:cubicBezTo>
                  <a:pt x="172611" y="0"/>
                  <a:pt x="228600" y="55989"/>
                  <a:pt x="228600" y="125016"/>
                </a:cubicBezTo>
                <a:cubicBezTo>
                  <a:pt x="228600" y="130954"/>
                  <a:pt x="223823" y="135731"/>
                  <a:pt x="217884" y="135731"/>
                </a:cubicBezTo>
                <a:cubicBezTo>
                  <a:pt x="211946" y="135731"/>
                  <a:pt x="207169" y="130954"/>
                  <a:pt x="207169" y="125016"/>
                </a:cubicBezTo>
                <a:cubicBezTo>
                  <a:pt x="207169" y="67821"/>
                  <a:pt x="160779" y="21431"/>
                  <a:pt x="103584" y="21431"/>
                </a:cubicBezTo>
                <a:cubicBezTo>
                  <a:pt x="97646" y="21431"/>
                  <a:pt x="92869" y="16654"/>
                  <a:pt x="92869" y="10716"/>
                </a:cubicBezTo>
                <a:cubicBezTo>
                  <a:pt x="92869" y="4777"/>
                  <a:pt x="97646" y="0"/>
                  <a:pt x="103584" y="0"/>
                </a:cubicBezTo>
                <a:close/>
                <a:moveTo>
                  <a:pt x="92869" y="53578"/>
                </a:moveTo>
                <a:cubicBezTo>
                  <a:pt x="92869" y="47640"/>
                  <a:pt x="97646" y="42863"/>
                  <a:pt x="103584" y="42863"/>
                </a:cubicBezTo>
                <a:cubicBezTo>
                  <a:pt x="148947" y="42863"/>
                  <a:pt x="185738" y="79653"/>
                  <a:pt x="185738" y="125016"/>
                </a:cubicBezTo>
                <a:cubicBezTo>
                  <a:pt x="185738" y="130954"/>
                  <a:pt x="180960" y="135731"/>
                  <a:pt x="175022" y="135731"/>
                </a:cubicBezTo>
                <a:cubicBezTo>
                  <a:pt x="169084" y="135731"/>
                  <a:pt x="164306" y="130954"/>
                  <a:pt x="164306" y="125016"/>
                </a:cubicBezTo>
                <a:cubicBezTo>
                  <a:pt x="164306" y="91485"/>
                  <a:pt x="137115" y="64294"/>
                  <a:pt x="103584" y="64294"/>
                </a:cubicBezTo>
                <a:cubicBezTo>
                  <a:pt x="97646" y="64294"/>
                  <a:pt x="92869" y="59516"/>
                  <a:pt x="92869" y="53578"/>
                </a:cubicBezTo>
                <a:close/>
                <a:moveTo>
                  <a:pt x="11787" y="63713"/>
                </a:moveTo>
                <a:cubicBezTo>
                  <a:pt x="15716" y="55721"/>
                  <a:pt x="26253" y="54828"/>
                  <a:pt x="32549" y="61124"/>
                </a:cubicBezTo>
                <a:lnTo>
                  <a:pt x="89922" y="118497"/>
                </a:lnTo>
                <a:lnTo>
                  <a:pt x="104209" y="104209"/>
                </a:lnTo>
                <a:cubicBezTo>
                  <a:pt x="109791" y="98628"/>
                  <a:pt x="118854" y="98628"/>
                  <a:pt x="124435" y="104209"/>
                </a:cubicBezTo>
                <a:cubicBezTo>
                  <a:pt x="130016" y="109791"/>
                  <a:pt x="130016" y="118854"/>
                  <a:pt x="124435" y="124435"/>
                </a:cubicBezTo>
                <a:lnTo>
                  <a:pt x="110148" y="138723"/>
                </a:lnTo>
                <a:lnTo>
                  <a:pt x="167521" y="196096"/>
                </a:lnTo>
                <a:cubicBezTo>
                  <a:pt x="173816" y="202391"/>
                  <a:pt x="172879" y="212884"/>
                  <a:pt x="164931" y="216857"/>
                </a:cubicBezTo>
                <a:cubicBezTo>
                  <a:pt x="149662" y="224403"/>
                  <a:pt x="132517" y="228645"/>
                  <a:pt x="114345" y="228645"/>
                </a:cubicBezTo>
                <a:cubicBezTo>
                  <a:pt x="51212" y="228645"/>
                  <a:pt x="45" y="177478"/>
                  <a:pt x="45" y="114345"/>
                </a:cubicBezTo>
                <a:cubicBezTo>
                  <a:pt x="45" y="96173"/>
                  <a:pt x="4286" y="78983"/>
                  <a:pt x="11832" y="63758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0629781" y="2423161"/>
            <a:ext cx="6762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Live Map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Tracking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3925" y="3512820"/>
            <a:ext cx="1095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1. SOS Trigger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1500" y="3855720"/>
            <a:ext cx="34004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User initiates emergency via Streamlit interface with location and emergency type.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784646" y="3512820"/>
            <a:ext cx="1143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2. Geolocation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32221" y="3855720"/>
            <a:ext cx="34004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System extracts GPS coordinates and maps to nearest road network node.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645486" y="3512820"/>
            <a:ext cx="1066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3. AI Analysis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93061" y="3855720"/>
            <a:ext cx="34004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LSTM predicts traffic congestion; Random Forest assesses emergency severity.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23925" y="4922520"/>
            <a:ext cx="1390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4. Smart Dispatch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71500" y="5265420"/>
            <a:ext cx="34004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AI agent selects optimal vehicle based on severity, traffic, and proximity.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784646" y="4922520"/>
            <a:ext cx="1162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5. Path Finding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432221" y="5265420"/>
            <a:ext cx="34004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Dijkstra's algorithm computes shortest path avoiding congested road segments.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645486" y="4922520"/>
            <a:ext cx="1228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6. Live Tracking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293061" y="5265420"/>
            <a:ext cx="34004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Real-time GPS simulation shows vehicle progress on interactive Folium map.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928" y="378928"/>
            <a:ext cx="11509930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kern="0" spc="60" dirty="0">
                <a:solidFill>
                  <a:schemeClr val="accent5">
                    <a:lumMod val="5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Machine Learning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78928" y="644177"/>
            <a:ext cx="11661501" cy="454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Severity Prediction (ML)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8928" y="1250462"/>
            <a:ext cx="5608131" cy="5608131"/>
          </a:xfrm>
          <a:custGeom>
            <a:avLst/>
            <a:gdLst/>
            <a:ahLst/>
            <a:cxnLst/>
            <a:rect l="l" t="t" r="r" b="b"/>
            <a:pathLst>
              <a:path w="5608131" h="5608131">
                <a:moveTo>
                  <a:pt x="151588" y="0"/>
                </a:moveTo>
                <a:lnTo>
                  <a:pt x="5456543" y="0"/>
                </a:lnTo>
                <a:cubicBezTo>
                  <a:pt x="5540262" y="0"/>
                  <a:pt x="5608131" y="67868"/>
                  <a:pt x="5608131" y="151588"/>
                </a:cubicBezTo>
                <a:lnTo>
                  <a:pt x="5608131" y="5456543"/>
                </a:lnTo>
                <a:cubicBezTo>
                  <a:pt x="5608131" y="5540262"/>
                  <a:pt x="5540262" y="5608131"/>
                  <a:pt x="5456543" y="5608131"/>
                </a:cubicBezTo>
                <a:lnTo>
                  <a:pt x="151588" y="5608131"/>
                </a:lnTo>
                <a:cubicBezTo>
                  <a:pt x="67868" y="5608131"/>
                  <a:pt x="0" y="5540262"/>
                  <a:pt x="0" y="5456543"/>
                </a:cubicBezTo>
                <a:lnTo>
                  <a:pt x="0" y="151588"/>
                </a:lnTo>
                <a:cubicBezTo>
                  <a:pt x="0" y="67924"/>
                  <a:pt x="67924" y="0"/>
                  <a:pt x="151588" y="0"/>
                </a:cubicBezTo>
                <a:close/>
              </a:path>
            </a:pathLst>
          </a:custGeom>
          <a:gradFill flip="none" rotWithShape="1">
            <a:gsLst>
              <a:gs pos="0">
                <a:srgbClr val="F5F7FA"/>
              </a:gs>
              <a:gs pos="100000">
                <a:srgbClr val="E8F4FD"/>
              </a:gs>
            </a:gsLst>
            <a:lin ang="2700000" scaled="1"/>
          </a:gradFill>
          <a:effectLst>
            <a:outerShdw blurRad="142098" dist="9473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6284" y="1477818"/>
            <a:ext cx="530499" cy="530499"/>
          </a:xfrm>
          <a:custGeom>
            <a:avLst/>
            <a:gdLst/>
            <a:ahLst/>
            <a:cxnLst/>
            <a:rect l="l" t="t" r="r" b="b"/>
            <a:pathLst>
              <a:path w="530499" h="530499">
                <a:moveTo>
                  <a:pt x="113681" y="0"/>
                </a:moveTo>
                <a:lnTo>
                  <a:pt x="416818" y="0"/>
                </a:lnTo>
                <a:cubicBezTo>
                  <a:pt x="479560" y="0"/>
                  <a:pt x="530499" y="50939"/>
                  <a:pt x="530499" y="113681"/>
                </a:cubicBezTo>
                <a:lnTo>
                  <a:pt x="530499" y="416818"/>
                </a:lnTo>
                <a:cubicBezTo>
                  <a:pt x="530499" y="479560"/>
                  <a:pt x="479560" y="530499"/>
                  <a:pt x="416818" y="530499"/>
                </a:cubicBezTo>
                <a:lnTo>
                  <a:pt x="113681" y="530499"/>
                </a:lnTo>
                <a:cubicBezTo>
                  <a:pt x="50939" y="530499"/>
                  <a:pt x="0" y="479560"/>
                  <a:pt x="0" y="416818"/>
                </a:cubicBezTo>
                <a:lnTo>
                  <a:pt x="0" y="113681"/>
                </a:lnTo>
                <a:cubicBezTo>
                  <a:pt x="0" y="50939"/>
                  <a:pt x="50939" y="0"/>
                  <a:pt x="11368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29436" y="1629389"/>
            <a:ext cx="284196" cy="227357"/>
          </a:xfrm>
          <a:custGeom>
            <a:avLst/>
            <a:gdLst/>
            <a:ahLst/>
            <a:cxnLst/>
            <a:rect l="l" t="t" r="r" b="b"/>
            <a:pathLst>
              <a:path w="284196" h="227357">
                <a:moveTo>
                  <a:pt x="156308" y="0"/>
                </a:moveTo>
                <a:cubicBezTo>
                  <a:pt x="156308" y="-7860"/>
                  <a:pt x="149958" y="-14210"/>
                  <a:pt x="142098" y="-14210"/>
                </a:cubicBezTo>
                <a:cubicBezTo>
                  <a:pt x="134238" y="-14210"/>
                  <a:pt x="127888" y="-7860"/>
                  <a:pt x="127888" y="0"/>
                </a:cubicBezTo>
                <a:lnTo>
                  <a:pt x="127888" y="28420"/>
                </a:lnTo>
                <a:lnTo>
                  <a:pt x="85259" y="28420"/>
                </a:lnTo>
                <a:cubicBezTo>
                  <a:pt x="61724" y="28420"/>
                  <a:pt x="42629" y="47514"/>
                  <a:pt x="42629" y="71049"/>
                </a:cubicBezTo>
                <a:lnTo>
                  <a:pt x="42629" y="170517"/>
                </a:lnTo>
                <a:cubicBezTo>
                  <a:pt x="42629" y="194052"/>
                  <a:pt x="61724" y="213147"/>
                  <a:pt x="85259" y="213147"/>
                </a:cubicBezTo>
                <a:lnTo>
                  <a:pt x="198937" y="213147"/>
                </a:lnTo>
                <a:cubicBezTo>
                  <a:pt x="222472" y="213147"/>
                  <a:pt x="241566" y="194052"/>
                  <a:pt x="241566" y="170517"/>
                </a:cubicBezTo>
                <a:lnTo>
                  <a:pt x="241566" y="71049"/>
                </a:lnTo>
                <a:cubicBezTo>
                  <a:pt x="241566" y="47514"/>
                  <a:pt x="222472" y="28420"/>
                  <a:pt x="198937" y="28420"/>
                </a:cubicBezTo>
                <a:lnTo>
                  <a:pt x="156308" y="28420"/>
                </a:lnTo>
                <a:lnTo>
                  <a:pt x="156308" y="0"/>
                </a:lnTo>
                <a:close/>
                <a:moveTo>
                  <a:pt x="71049" y="163413"/>
                </a:moveTo>
                <a:cubicBezTo>
                  <a:pt x="71049" y="157507"/>
                  <a:pt x="75800" y="152755"/>
                  <a:pt x="81706" y="152755"/>
                </a:cubicBezTo>
                <a:lnTo>
                  <a:pt x="95916" y="152755"/>
                </a:lnTo>
                <a:cubicBezTo>
                  <a:pt x="101822" y="152755"/>
                  <a:pt x="106573" y="157507"/>
                  <a:pt x="106573" y="163413"/>
                </a:cubicBezTo>
                <a:cubicBezTo>
                  <a:pt x="106573" y="169319"/>
                  <a:pt x="101822" y="174070"/>
                  <a:pt x="95916" y="174070"/>
                </a:cubicBezTo>
                <a:lnTo>
                  <a:pt x="81706" y="174070"/>
                </a:lnTo>
                <a:cubicBezTo>
                  <a:pt x="75800" y="174070"/>
                  <a:pt x="71049" y="169319"/>
                  <a:pt x="71049" y="163413"/>
                </a:cubicBezTo>
                <a:close/>
                <a:moveTo>
                  <a:pt x="124336" y="163413"/>
                </a:moveTo>
                <a:cubicBezTo>
                  <a:pt x="124336" y="157507"/>
                  <a:pt x="129087" y="152755"/>
                  <a:pt x="134993" y="152755"/>
                </a:cubicBezTo>
                <a:lnTo>
                  <a:pt x="149203" y="152755"/>
                </a:lnTo>
                <a:cubicBezTo>
                  <a:pt x="155109" y="152755"/>
                  <a:pt x="159860" y="157507"/>
                  <a:pt x="159860" y="163413"/>
                </a:cubicBezTo>
                <a:cubicBezTo>
                  <a:pt x="159860" y="169319"/>
                  <a:pt x="155109" y="174070"/>
                  <a:pt x="149203" y="174070"/>
                </a:cubicBezTo>
                <a:lnTo>
                  <a:pt x="134993" y="174070"/>
                </a:lnTo>
                <a:cubicBezTo>
                  <a:pt x="129087" y="174070"/>
                  <a:pt x="124336" y="169319"/>
                  <a:pt x="124336" y="163413"/>
                </a:cubicBezTo>
                <a:close/>
                <a:moveTo>
                  <a:pt x="177622" y="163413"/>
                </a:moveTo>
                <a:cubicBezTo>
                  <a:pt x="177622" y="157507"/>
                  <a:pt x="182374" y="152755"/>
                  <a:pt x="188280" y="152755"/>
                </a:cubicBezTo>
                <a:lnTo>
                  <a:pt x="202490" y="152755"/>
                </a:lnTo>
                <a:cubicBezTo>
                  <a:pt x="208395" y="152755"/>
                  <a:pt x="213147" y="157507"/>
                  <a:pt x="213147" y="163413"/>
                </a:cubicBezTo>
                <a:cubicBezTo>
                  <a:pt x="213147" y="169319"/>
                  <a:pt x="208395" y="174070"/>
                  <a:pt x="202490" y="174070"/>
                </a:cubicBezTo>
                <a:lnTo>
                  <a:pt x="188280" y="174070"/>
                </a:lnTo>
                <a:cubicBezTo>
                  <a:pt x="182374" y="174070"/>
                  <a:pt x="177622" y="169319"/>
                  <a:pt x="177622" y="163413"/>
                </a:cubicBezTo>
                <a:close/>
                <a:moveTo>
                  <a:pt x="99469" y="78154"/>
                </a:moveTo>
                <a:cubicBezTo>
                  <a:pt x="111232" y="78154"/>
                  <a:pt x="120783" y="87705"/>
                  <a:pt x="120783" y="99469"/>
                </a:cubicBezTo>
                <a:cubicBezTo>
                  <a:pt x="120783" y="111232"/>
                  <a:pt x="111232" y="120783"/>
                  <a:pt x="99469" y="120783"/>
                </a:cubicBezTo>
                <a:cubicBezTo>
                  <a:pt x="87705" y="120783"/>
                  <a:pt x="78154" y="111232"/>
                  <a:pt x="78154" y="99469"/>
                </a:cubicBezTo>
                <a:cubicBezTo>
                  <a:pt x="78154" y="87705"/>
                  <a:pt x="87705" y="78154"/>
                  <a:pt x="99469" y="78154"/>
                </a:cubicBezTo>
                <a:close/>
                <a:moveTo>
                  <a:pt x="163413" y="99469"/>
                </a:moveTo>
                <a:cubicBezTo>
                  <a:pt x="163413" y="87705"/>
                  <a:pt x="172963" y="78154"/>
                  <a:pt x="184727" y="78154"/>
                </a:cubicBezTo>
                <a:cubicBezTo>
                  <a:pt x="196491" y="78154"/>
                  <a:pt x="206042" y="87705"/>
                  <a:pt x="206042" y="99469"/>
                </a:cubicBezTo>
                <a:cubicBezTo>
                  <a:pt x="206042" y="111232"/>
                  <a:pt x="196491" y="120783"/>
                  <a:pt x="184727" y="120783"/>
                </a:cubicBezTo>
                <a:cubicBezTo>
                  <a:pt x="172963" y="120783"/>
                  <a:pt x="163413" y="111232"/>
                  <a:pt x="163413" y="99469"/>
                </a:cubicBezTo>
                <a:close/>
                <a:moveTo>
                  <a:pt x="28420" y="99469"/>
                </a:moveTo>
                <a:cubicBezTo>
                  <a:pt x="28420" y="91609"/>
                  <a:pt x="22070" y="85259"/>
                  <a:pt x="14210" y="85259"/>
                </a:cubicBezTo>
                <a:cubicBezTo>
                  <a:pt x="6350" y="85259"/>
                  <a:pt x="0" y="91609"/>
                  <a:pt x="0" y="99469"/>
                </a:cubicBezTo>
                <a:lnTo>
                  <a:pt x="0" y="142098"/>
                </a:lnTo>
                <a:cubicBezTo>
                  <a:pt x="0" y="149958"/>
                  <a:pt x="6350" y="156308"/>
                  <a:pt x="14210" y="156308"/>
                </a:cubicBezTo>
                <a:cubicBezTo>
                  <a:pt x="22070" y="156308"/>
                  <a:pt x="28420" y="149958"/>
                  <a:pt x="28420" y="142098"/>
                </a:cubicBezTo>
                <a:lnTo>
                  <a:pt x="28420" y="99469"/>
                </a:lnTo>
                <a:close/>
                <a:moveTo>
                  <a:pt x="269986" y="85259"/>
                </a:moveTo>
                <a:cubicBezTo>
                  <a:pt x="262126" y="85259"/>
                  <a:pt x="255776" y="91609"/>
                  <a:pt x="255776" y="99469"/>
                </a:cubicBezTo>
                <a:lnTo>
                  <a:pt x="255776" y="142098"/>
                </a:lnTo>
                <a:cubicBezTo>
                  <a:pt x="255776" y="149958"/>
                  <a:pt x="262126" y="156308"/>
                  <a:pt x="269986" y="156308"/>
                </a:cubicBezTo>
                <a:cubicBezTo>
                  <a:pt x="277846" y="156308"/>
                  <a:pt x="284196" y="149958"/>
                  <a:pt x="284196" y="142098"/>
                </a:cubicBezTo>
                <a:lnTo>
                  <a:pt x="284196" y="99469"/>
                </a:lnTo>
                <a:cubicBezTo>
                  <a:pt x="284196" y="91609"/>
                  <a:pt x="277846" y="85259"/>
                  <a:pt x="269986" y="85259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250462" y="1572550"/>
            <a:ext cx="3040895" cy="341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Random Forest Regressor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6284" y="2159888"/>
            <a:ext cx="5153417" cy="1060998"/>
          </a:xfrm>
          <a:custGeom>
            <a:avLst/>
            <a:gdLst/>
            <a:ahLst/>
            <a:cxnLst/>
            <a:rect l="l" t="t" r="r" b="b"/>
            <a:pathLst>
              <a:path w="5153417" h="1060998">
                <a:moveTo>
                  <a:pt x="113675" y="0"/>
                </a:moveTo>
                <a:lnTo>
                  <a:pt x="5039742" y="0"/>
                </a:lnTo>
                <a:cubicBezTo>
                  <a:pt x="5102523" y="0"/>
                  <a:pt x="5153417" y="50894"/>
                  <a:pt x="5153417" y="113675"/>
                </a:cubicBezTo>
                <a:lnTo>
                  <a:pt x="5153417" y="947322"/>
                </a:lnTo>
                <a:cubicBezTo>
                  <a:pt x="5153417" y="1010104"/>
                  <a:pt x="5102523" y="1060998"/>
                  <a:pt x="5039742" y="1060998"/>
                </a:cubicBezTo>
                <a:lnTo>
                  <a:pt x="113675" y="1060998"/>
                </a:lnTo>
                <a:cubicBezTo>
                  <a:pt x="50894" y="1060998"/>
                  <a:pt x="0" y="1010104"/>
                  <a:pt x="0" y="947322"/>
                </a:cubicBezTo>
                <a:lnTo>
                  <a:pt x="0" y="113675"/>
                </a:lnTo>
                <a:cubicBezTo>
                  <a:pt x="0" y="50936"/>
                  <a:pt x="50936" y="0"/>
                  <a:pt x="11367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420" dist="947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74434" y="2349352"/>
            <a:ext cx="165781" cy="189464"/>
          </a:xfrm>
          <a:custGeom>
            <a:avLst/>
            <a:gdLst/>
            <a:ahLst/>
            <a:cxnLst/>
            <a:rect l="l" t="t" r="r" b="b"/>
            <a:pathLst>
              <a:path w="165781" h="189464">
                <a:moveTo>
                  <a:pt x="165781" y="76156"/>
                </a:moveTo>
                <a:cubicBezTo>
                  <a:pt x="160304" y="79782"/>
                  <a:pt x="154013" y="82705"/>
                  <a:pt x="147464" y="85037"/>
                </a:cubicBezTo>
                <a:cubicBezTo>
                  <a:pt x="130071" y="91253"/>
                  <a:pt x="107240" y="94732"/>
                  <a:pt x="82890" y="94732"/>
                </a:cubicBezTo>
                <a:cubicBezTo>
                  <a:pt x="58541" y="94732"/>
                  <a:pt x="35672" y="91216"/>
                  <a:pt x="18317" y="85037"/>
                </a:cubicBezTo>
                <a:cubicBezTo>
                  <a:pt x="11804" y="82705"/>
                  <a:pt x="5477" y="79782"/>
                  <a:pt x="0" y="76156"/>
                </a:cubicBezTo>
                <a:lnTo>
                  <a:pt x="0" y="106573"/>
                </a:lnTo>
                <a:cubicBezTo>
                  <a:pt x="0" y="122929"/>
                  <a:pt x="37116" y="136177"/>
                  <a:pt x="82890" y="136177"/>
                </a:cubicBezTo>
                <a:cubicBezTo>
                  <a:pt x="128665" y="136177"/>
                  <a:pt x="165781" y="122929"/>
                  <a:pt x="165781" y="106573"/>
                </a:cubicBezTo>
                <a:lnTo>
                  <a:pt x="165781" y="76156"/>
                </a:lnTo>
                <a:close/>
                <a:moveTo>
                  <a:pt x="165781" y="47366"/>
                </a:moveTo>
                <a:lnTo>
                  <a:pt x="165781" y="29604"/>
                </a:lnTo>
                <a:cubicBezTo>
                  <a:pt x="165781" y="13248"/>
                  <a:pt x="128665" y="0"/>
                  <a:pt x="82890" y="0"/>
                </a:cubicBezTo>
                <a:cubicBezTo>
                  <a:pt x="37116" y="0"/>
                  <a:pt x="0" y="13248"/>
                  <a:pt x="0" y="29604"/>
                </a:cubicBezTo>
                <a:lnTo>
                  <a:pt x="0" y="47366"/>
                </a:lnTo>
                <a:cubicBezTo>
                  <a:pt x="0" y="63722"/>
                  <a:pt x="37116" y="76970"/>
                  <a:pt x="82890" y="76970"/>
                </a:cubicBezTo>
                <a:cubicBezTo>
                  <a:pt x="128665" y="76970"/>
                  <a:pt x="165781" y="63722"/>
                  <a:pt x="165781" y="47366"/>
                </a:cubicBezTo>
                <a:close/>
                <a:moveTo>
                  <a:pt x="147464" y="144244"/>
                </a:moveTo>
                <a:cubicBezTo>
                  <a:pt x="130108" y="150424"/>
                  <a:pt x="107277" y="153939"/>
                  <a:pt x="82890" y="153939"/>
                </a:cubicBezTo>
                <a:cubicBezTo>
                  <a:pt x="58504" y="153939"/>
                  <a:pt x="35672" y="150424"/>
                  <a:pt x="18317" y="144244"/>
                </a:cubicBezTo>
                <a:cubicBezTo>
                  <a:pt x="11804" y="141913"/>
                  <a:pt x="5477" y="138990"/>
                  <a:pt x="0" y="135363"/>
                </a:cubicBezTo>
                <a:lnTo>
                  <a:pt x="0" y="159860"/>
                </a:lnTo>
                <a:cubicBezTo>
                  <a:pt x="0" y="176216"/>
                  <a:pt x="37116" y="189464"/>
                  <a:pt x="82890" y="189464"/>
                </a:cubicBezTo>
                <a:cubicBezTo>
                  <a:pt x="128665" y="189464"/>
                  <a:pt x="165781" y="176216"/>
                  <a:pt x="165781" y="159860"/>
                </a:cubicBezTo>
                <a:lnTo>
                  <a:pt x="165781" y="135363"/>
                </a:lnTo>
                <a:cubicBezTo>
                  <a:pt x="160304" y="138990"/>
                  <a:pt x="154013" y="141913"/>
                  <a:pt x="147464" y="144244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67037" y="2311459"/>
            <a:ext cx="4622918" cy="2652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Input Features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7037" y="2614601"/>
            <a:ext cx="4613445" cy="454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Traffic congestion level, emergency type, time of day, location data from </a:t>
            </a:r>
            <a:r>
              <a:rPr lang="en-US" sz="1195" b="1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dataset.csv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6284" y="3372457"/>
            <a:ext cx="5153417" cy="833641"/>
          </a:xfrm>
          <a:custGeom>
            <a:avLst/>
            <a:gdLst/>
            <a:ahLst/>
            <a:cxnLst/>
            <a:rect l="l" t="t" r="r" b="b"/>
            <a:pathLst>
              <a:path w="5153417" h="833641">
                <a:moveTo>
                  <a:pt x="113675" y="0"/>
                </a:moveTo>
                <a:lnTo>
                  <a:pt x="5039742" y="0"/>
                </a:lnTo>
                <a:cubicBezTo>
                  <a:pt x="5102523" y="0"/>
                  <a:pt x="5153417" y="50894"/>
                  <a:pt x="5153417" y="113675"/>
                </a:cubicBezTo>
                <a:lnTo>
                  <a:pt x="5153417" y="719966"/>
                </a:lnTo>
                <a:cubicBezTo>
                  <a:pt x="5153417" y="782747"/>
                  <a:pt x="5102523" y="833641"/>
                  <a:pt x="5039742" y="833641"/>
                </a:cubicBezTo>
                <a:lnTo>
                  <a:pt x="113675" y="833641"/>
                </a:lnTo>
                <a:cubicBezTo>
                  <a:pt x="50894" y="833641"/>
                  <a:pt x="0" y="782747"/>
                  <a:pt x="0" y="719966"/>
                </a:cubicBezTo>
                <a:lnTo>
                  <a:pt x="0" y="113675"/>
                </a:lnTo>
                <a:cubicBezTo>
                  <a:pt x="0" y="50936"/>
                  <a:pt x="50936" y="0"/>
                  <a:pt x="11367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420" dist="947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81538" y="3561921"/>
            <a:ext cx="189464" cy="189464"/>
          </a:xfrm>
          <a:custGeom>
            <a:avLst/>
            <a:gdLst/>
            <a:ahLst/>
            <a:cxnLst/>
            <a:rect l="l" t="t" r="r" b="b"/>
            <a:pathLst>
              <a:path w="189464" h="189464">
                <a:moveTo>
                  <a:pt x="165781" y="94732"/>
                </a:moveTo>
                <a:cubicBezTo>
                  <a:pt x="165781" y="55519"/>
                  <a:pt x="133945" y="23683"/>
                  <a:pt x="94732" y="23683"/>
                </a:cubicBezTo>
                <a:cubicBezTo>
                  <a:pt x="55519" y="23683"/>
                  <a:pt x="23683" y="55519"/>
                  <a:pt x="23683" y="94732"/>
                </a:cubicBezTo>
                <a:cubicBezTo>
                  <a:pt x="23683" y="133945"/>
                  <a:pt x="55519" y="165781"/>
                  <a:pt x="94732" y="165781"/>
                </a:cubicBezTo>
                <a:cubicBezTo>
                  <a:pt x="133945" y="165781"/>
                  <a:pt x="165781" y="133945"/>
                  <a:pt x="165781" y="94732"/>
                </a:cubicBezTo>
                <a:close/>
                <a:moveTo>
                  <a:pt x="0" y="94732"/>
                </a:moveTo>
                <a:cubicBezTo>
                  <a:pt x="0" y="42448"/>
                  <a:pt x="42448" y="0"/>
                  <a:pt x="94732" y="0"/>
                </a:cubicBezTo>
                <a:cubicBezTo>
                  <a:pt x="147016" y="0"/>
                  <a:pt x="189464" y="42448"/>
                  <a:pt x="189464" y="94732"/>
                </a:cubicBezTo>
                <a:cubicBezTo>
                  <a:pt x="189464" y="147016"/>
                  <a:pt x="147016" y="189464"/>
                  <a:pt x="94732" y="189464"/>
                </a:cubicBezTo>
                <a:cubicBezTo>
                  <a:pt x="42448" y="189464"/>
                  <a:pt x="0" y="147016"/>
                  <a:pt x="0" y="94732"/>
                </a:cubicBezTo>
                <a:close/>
                <a:moveTo>
                  <a:pt x="94732" y="124336"/>
                </a:moveTo>
                <a:cubicBezTo>
                  <a:pt x="111071" y="124336"/>
                  <a:pt x="124336" y="111071"/>
                  <a:pt x="124336" y="94732"/>
                </a:cubicBezTo>
                <a:cubicBezTo>
                  <a:pt x="124336" y="78393"/>
                  <a:pt x="111071" y="65128"/>
                  <a:pt x="94732" y="65128"/>
                </a:cubicBezTo>
                <a:cubicBezTo>
                  <a:pt x="78393" y="65128"/>
                  <a:pt x="65128" y="78393"/>
                  <a:pt x="65128" y="94732"/>
                </a:cubicBezTo>
                <a:cubicBezTo>
                  <a:pt x="65128" y="111071"/>
                  <a:pt x="78393" y="124336"/>
                  <a:pt x="94732" y="124336"/>
                </a:cubicBezTo>
                <a:close/>
                <a:moveTo>
                  <a:pt x="94732" y="41445"/>
                </a:moveTo>
                <a:cubicBezTo>
                  <a:pt x="124142" y="41445"/>
                  <a:pt x="148019" y="65322"/>
                  <a:pt x="148019" y="94732"/>
                </a:cubicBezTo>
                <a:cubicBezTo>
                  <a:pt x="148019" y="124142"/>
                  <a:pt x="124142" y="148019"/>
                  <a:pt x="94732" y="148019"/>
                </a:cubicBezTo>
                <a:cubicBezTo>
                  <a:pt x="65322" y="148019"/>
                  <a:pt x="41445" y="124142"/>
                  <a:pt x="41445" y="94732"/>
                </a:cubicBezTo>
                <a:cubicBezTo>
                  <a:pt x="41445" y="65322"/>
                  <a:pt x="65322" y="41445"/>
                  <a:pt x="94732" y="41445"/>
                </a:cubicBezTo>
                <a:close/>
                <a:moveTo>
                  <a:pt x="82890" y="94732"/>
                </a:moveTo>
                <a:cubicBezTo>
                  <a:pt x="82890" y="88196"/>
                  <a:pt x="88196" y="82890"/>
                  <a:pt x="94732" y="82890"/>
                </a:cubicBezTo>
                <a:cubicBezTo>
                  <a:pt x="101267" y="82890"/>
                  <a:pt x="106573" y="88196"/>
                  <a:pt x="106573" y="94732"/>
                </a:cubicBezTo>
                <a:cubicBezTo>
                  <a:pt x="106573" y="101267"/>
                  <a:pt x="101267" y="106573"/>
                  <a:pt x="94732" y="106573"/>
                </a:cubicBezTo>
                <a:cubicBezTo>
                  <a:pt x="88196" y="106573"/>
                  <a:pt x="82890" y="101267"/>
                  <a:pt x="82890" y="94732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108364" y="3524028"/>
            <a:ext cx="2624075" cy="2652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Output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8364" y="3827170"/>
            <a:ext cx="2614601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chemeClr val="accent5">
                    <a:lumMod val="5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Severity score ranging from </a:t>
            </a:r>
            <a:r>
              <a:rPr lang="en-US" sz="1195" b="1" dirty="0">
                <a:solidFill>
                  <a:schemeClr val="accent5">
                    <a:lumMod val="50000"/>
                  </a:schemeClr>
                </a:solidFill>
                <a:highlight>
                  <a:srgbClr val="E63946">
                    <a:alpha val="10000"/>
                  </a:srgbClr>
                </a:highlight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 to 100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6284" y="4357669"/>
            <a:ext cx="5153417" cy="1060998"/>
          </a:xfrm>
          <a:custGeom>
            <a:avLst/>
            <a:gdLst/>
            <a:ahLst/>
            <a:cxnLst/>
            <a:rect l="l" t="t" r="r" b="b"/>
            <a:pathLst>
              <a:path w="5153417" h="1060998">
                <a:moveTo>
                  <a:pt x="113675" y="0"/>
                </a:moveTo>
                <a:lnTo>
                  <a:pt x="5039742" y="0"/>
                </a:lnTo>
                <a:cubicBezTo>
                  <a:pt x="5102523" y="0"/>
                  <a:pt x="5153417" y="50894"/>
                  <a:pt x="5153417" y="113675"/>
                </a:cubicBezTo>
                <a:lnTo>
                  <a:pt x="5153417" y="947322"/>
                </a:lnTo>
                <a:cubicBezTo>
                  <a:pt x="5153417" y="1010104"/>
                  <a:pt x="5102523" y="1060998"/>
                  <a:pt x="5039742" y="1060998"/>
                </a:cubicBezTo>
                <a:lnTo>
                  <a:pt x="113675" y="1060998"/>
                </a:lnTo>
                <a:cubicBezTo>
                  <a:pt x="50894" y="1060998"/>
                  <a:pt x="0" y="1010104"/>
                  <a:pt x="0" y="947322"/>
                </a:cubicBezTo>
                <a:lnTo>
                  <a:pt x="0" y="113675"/>
                </a:lnTo>
                <a:cubicBezTo>
                  <a:pt x="0" y="50936"/>
                  <a:pt x="50936" y="0"/>
                  <a:pt x="11367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420" dist="947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38909" y="4547133"/>
            <a:ext cx="236830" cy="189464"/>
          </a:xfrm>
          <a:custGeom>
            <a:avLst/>
            <a:gdLst/>
            <a:ahLst/>
            <a:cxnLst/>
            <a:rect l="l" t="t" r="r" b="b"/>
            <a:pathLst>
              <a:path w="236830" h="189464">
                <a:moveTo>
                  <a:pt x="153902" y="77895"/>
                </a:moveTo>
                <a:cubicBezTo>
                  <a:pt x="158417" y="76674"/>
                  <a:pt x="163154" y="78820"/>
                  <a:pt x="165189" y="83001"/>
                </a:cubicBezTo>
                <a:lnTo>
                  <a:pt x="172072" y="96915"/>
                </a:lnTo>
                <a:cubicBezTo>
                  <a:pt x="175883" y="97433"/>
                  <a:pt x="179621" y="98469"/>
                  <a:pt x="183136" y="99913"/>
                </a:cubicBezTo>
                <a:lnTo>
                  <a:pt x="196088" y="91291"/>
                </a:lnTo>
                <a:cubicBezTo>
                  <a:pt x="199973" y="88700"/>
                  <a:pt x="205117" y="89218"/>
                  <a:pt x="208410" y="92512"/>
                </a:cubicBezTo>
                <a:lnTo>
                  <a:pt x="215515" y="99617"/>
                </a:lnTo>
                <a:cubicBezTo>
                  <a:pt x="218809" y="102910"/>
                  <a:pt x="219327" y="108091"/>
                  <a:pt x="216736" y="111939"/>
                </a:cubicBezTo>
                <a:lnTo>
                  <a:pt x="208114" y="124854"/>
                </a:lnTo>
                <a:cubicBezTo>
                  <a:pt x="208817" y="126593"/>
                  <a:pt x="209446" y="128406"/>
                  <a:pt x="209964" y="130293"/>
                </a:cubicBezTo>
                <a:cubicBezTo>
                  <a:pt x="210483" y="132181"/>
                  <a:pt x="210816" y="134031"/>
                  <a:pt x="211075" y="135918"/>
                </a:cubicBezTo>
                <a:lnTo>
                  <a:pt x="225025" y="142801"/>
                </a:lnTo>
                <a:cubicBezTo>
                  <a:pt x="229207" y="144873"/>
                  <a:pt x="231353" y="149610"/>
                  <a:pt x="230132" y="154087"/>
                </a:cubicBezTo>
                <a:lnTo>
                  <a:pt x="227542" y="163783"/>
                </a:lnTo>
                <a:cubicBezTo>
                  <a:pt x="226321" y="168260"/>
                  <a:pt x="222139" y="171295"/>
                  <a:pt x="217476" y="170999"/>
                </a:cubicBezTo>
                <a:lnTo>
                  <a:pt x="201934" y="169999"/>
                </a:lnTo>
                <a:cubicBezTo>
                  <a:pt x="199603" y="172997"/>
                  <a:pt x="196902" y="175772"/>
                  <a:pt x="193830" y="178140"/>
                </a:cubicBezTo>
                <a:lnTo>
                  <a:pt x="194830" y="193645"/>
                </a:lnTo>
                <a:cubicBezTo>
                  <a:pt x="195126" y="198308"/>
                  <a:pt x="192091" y="202527"/>
                  <a:pt x="187614" y="203711"/>
                </a:cubicBezTo>
                <a:lnTo>
                  <a:pt x="177918" y="206301"/>
                </a:lnTo>
                <a:cubicBezTo>
                  <a:pt x="173404" y="207522"/>
                  <a:pt x="168704" y="205376"/>
                  <a:pt x="166632" y="201194"/>
                </a:cubicBezTo>
                <a:lnTo>
                  <a:pt x="159749" y="187281"/>
                </a:lnTo>
                <a:cubicBezTo>
                  <a:pt x="155938" y="186763"/>
                  <a:pt x="152200" y="185726"/>
                  <a:pt x="148685" y="184283"/>
                </a:cubicBezTo>
                <a:lnTo>
                  <a:pt x="135733" y="192905"/>
                </a:lnTo>
                <a:cubicBezTo>
                  <a:pt x="131848" y="195496"/>
                  <a:pt x="126704" y="194978"/>
                  <a:pt x="123411" y="191684"/>
                </a:cubicBezTo>
                <a:lnTo>
                  <a:pt x="116306" y="184579"/>
                </a:lnTo>
                <a:cubicBezTo>
                  <a:pt x="113012" y="181286"/>
                  <a:pt x="112494" y="176142"/>
                  <a:pt x="115084" y="172257"/>
                </a:cubicBezTo>
                <a:lnTo>
                  <a:pt x="123707" y="159305"/>
                </a:lnTo>
                <a:cubicBezTo>
                  <a:pt x="123003" y="157566"/>
                  <a:pt x="122374" y="155753"/>
                  <a:pt x="121856" y="153865"/>
                </a:cubicBezTo>
                <a:cubicBezTo>
                  <a:pt x="121338" y="151978"/>
                  <a:pt x="121005" y="150091"/>
                  <a:pt x="120746" y="148241"/>
                </a:cubicBezTo>
                <a:lnTo>
                  <a:pt x="106795" y="141358"/>
                </a:lnTo>
                <a:cubicBezTo>
                  <a:pt x="102614" y="139286"/>
                  <a:pt x="100505" y="134549"/>
                  <a:pt x="101689" y="130071"/>
                </a:cubicBezTo>
                <a:lnTo>
                  <a:pt x="104279" y="120376"/>
                </a:lnTo>
                <a:cubicBezTo>
                  <a:pt x="105500" y="115899"/>
                  <a:pt x="109682" y="112864"/>
                  <a:pt x="114344" y="113160"/>
                </a:cubicBezTo>
                <a:lnTo>
                  <a:pt x="129849" y="114159"/>
                </a:lnTo>
                <a:cubicBezTo>
                  <a:pt x="132181" y="111162"/>
                  <a:pt x="134882" y="108387"/>
                  <a:pt x="137953" y="106018"/>
                </a:cubicBezTo>
                <a:lnTo>
                  <a:pt x="136954" y="90550"/>
                </a:lnTo>
                <a:cubicBezTo>
                  <a:pt x="136658" y="85888"/>
                  <a:pt x="139693" y="81669"/>
                  <a:pt x="144170" y="80485"/>
                </a:cubicBezTo>
                <a:lnTo>
                  <a:pt x="153865" y="77895"/>
                </a:lnTo>
                <a:close/>
                <a:moveTo>
                  <a:pt x="165929" y="125816"/>
                </a:moveTo>
                <a:cubicBezTo>
                  <a:pt x="156943" y="125826"/>
                  <a:pt x="149655" y="133130"/>
                  <a:pt x="149665" y="142116"/>
                </a:cubicBezTo>
                <a:cubicBezTo>
                  <a:pt x="149676" y="151103"/>
                  <a:pt x="156980" y="158390"/>
                  <a:pt x="165966" y="158380"/>
                </a:cubicBezTo>
                <a:cubicBezTo>
                  <a:pt x="174952" y="158370"/>
                  <a:pt x="182240" y="151066"/>
                  <a:pt x="182229" y="142079"/>
                </a:cubicBezTo>
                <a:cubicBezTo>
                  <a:pt x="182219" y="133093"/>
                  <a:pt x="174915" y="125806"/>
                  <a:pt x="165929" y="125816"/>
                </a:cubicBezTo>
                <a:close/>
                <a:moveTo>
                  <a:pt x="83223" y="-16837"/>
                </a:moveTo>
                <a:lnTo>
                  <a:pt x="92919" y="-14247"/>
                </a:lnTo>
                <a:cubicBezTo>
                  <a:pt x="97396" y="-13026"/>
                  <a:pt x="100431" y="-8807"/>
                  <a:pt x="100135" y="-4182"/>
                </a:cubicBezTo>
                <a:lnTo>
                  <a:pt x="99135" y="11286"/>
                </a:lnTo>
                <a:cubicBezTo>
                  <a:pt x="102207" y="13655"/>
                  <a:pt x="104908" y="16393"/>
                  <a:pt x="107240" y="19427"/>
                </a:cubicBezTo>
                <a:lnTo>
                  <a:pt x="122781" y="18428"/>
                </a:lnTo>
                <a:cubicBezTo>
                  <a:pt x="127407" y="18132"/>
                  <a:pt x="131626" y="21167"/>
                  <a:pt x="132847" y="25644"/>
                </a:cubicBezTo>
                <a:lnTo>
                  <a:pt x="135437" y="35339"/>
                </a:lnTo>
                <a:cubicBezTo>
                  <a:pt x="136621" y="39817"/>
                  <a:pt x="134512" y="44554"/>
                  <a:pt x="130330" y="46626"/>
                </a:cubicBezTo>
                <a:lnTo>
                  <a:pt x="116380" y="53509"/>
                </a:lnTo>
                <a:cubicBezTo>
                  <a:pt x="116121" y="55396"/>
                  <a:pt x="115751" y="57283"/>
                  <a:pt x="115270" y="59133"/>
                </a:cubicBezTo>
                <a:cubicBezTo>
                  <a:pt x="114788" y="60984"/>
                  <a:pt x="114122" y="62834"/>
                  <a:pt x="113419" y="64573"/>
                </a:cubicBezTo>
                <a:lnTo>
                  <a:pt x="122041" y="77525"/>
                </a:lnTo>
                <a:cubicBezTo>
                  <a:pt x="124632" y="81410"/>
                  <a:pt x="124114" y="86554"/>
                  <a:pt x="120820" y="89847"/>
                </a:cubicBezTo>
                <a:lnTo>
                  <a:pt x="113715" y="96952"/>
                </a:lnTo>
                <a:cubicBezTo>
                  <a:pt x="110422" y="100246"/>
                  <a:pt x="105278" y="100764"/>
                  <a:pt x="101393" y="98173"/>
                </a:cubicBezTo>
                <a:lnTo>
                  <a:pt x="88441" y="89551"/>
                </a:lnTo>
                <a:cubicBezTo>
                  <a:pt x="84926" y="90994"/>
                  <a:pt x="81188" y="92031"/>
                  <a:pt x="77377" y="92549"/>
                </a:cubicBezTo>
                <a:lnTo>
                  <a:pt x="70494" y="106462"/>
                </a:lnTo>
                <a:cubicBezTo>
                  <a:pt x="68422" y="110644"/>
                  <a:pt x="63685" y="112753"/>
                  <a:pt x="59207" y="111569"/>
                </a:cubicBezTo>
                <a:lnTo>
                  <a:pt x="49512" y="108979"/>
                </a:lnTo>
                <a:cubicBezTo>
                  <a:pt x="44998" y="107758"/>
                  <a:pt x="42000" y="103539"/>
                  <a:pt x="42296" y="98913"/>
                </a:cubicBezTo>
                <a:lnTo>
                  <a:pt x="43295" y="83409"/>
                </a:lnTo>
                <a:cubicBezTo>
                  <a:pt x="40224" y="81040"/>
                  <a:pt x="37523" y="78302"/>
                  <a:pt x="35191" y="75267"/>
                </a:cubicBezTo>
                <a:lnTo>
                  <a:pt x="19649" y="76267"/>
                </a:lnTo>
                <a:cubicBezTo>
                  <a:pt x="15024" y="76563"/>
                  <a:pt x="10805" y="73528"/>
                  <a:pt x="9584" y="69051"/>
                </a:cubicBezTo>
                <a:lnTo>
                  <a:pt x="6994" y="59355"/>
                </a:lnTo>
                <a:cubicBezTo>
                  <a:pt x="5810" y="54878"/>
                  <a:pt x="7919" y="50141"/>
                  <a:pt x="12101" y="48069"/>
                </a:cubicBezTo>
                <a:lnTo>
                  <a:pt x="26051" y="41186"/>
                </a:lnTo>
                <a:cubicBezTo>
                  <a:pt x="26310" y="39299"/>
                  <a:pt x="26680" y="37449"/>
                  <a:pt x="27161" y="35561"/>
                </a:cubicBezTo>
                <a:cubicBezTo>
                  <a:pt x="27679" y="33674"/>
                  <a:pt x="28272" y="31861"/>
                  <a:pt x="29012" y="30122"/>
                </a:cubicBezTo>
                <a:lnTo>
                  <a:pt x="20390" y="17207"/>
                </a:lnTo>
                <a:cubicBezTo>
                  <a:pt x="17799" y="13322"/>
                  <a:pt x="18317" y="8178"/>
                  <a:pt x="21611" y="4885"/>
                </a:cubicBezTo>
                <a:lnTo>
                  <a:pt x="28716" y="-2220"/>
                </a:lnTo>
                <a:cubicBezTo>
                  <a:pt x="32009" y="-5514"/>
                  <a:pt x="37153" y="-6032"/>
                  <a:pt x="41038" y="-3441"/>
                </a:cubicBezTo>
                <a:lnTo>
                  <a:pt x="53990" y="5181"/>
                </a:lnTo>
                <a:cubicBezTo>
                  <a:pt x="57505" y="3737"/>
                  <a:pt x="61243" y="2701"/>
                  <a:pt x="65054" y="2183"/>
                </a:cubicBezTo>
                <a:lnTo>
                  <a:pt x="71937" y="-11730"/>
                </a:lnTo>
                <a:cubicBezTo>
                  <a:pt x="74009" y="-15912"/>
                  <a:pt x="78709" y="-18021"/>
                  <a:pt x="83223" y="-16837"/>
                </a:cubicBezTo>
                <a:close/>
                <a:moveTo>
                  <a:pt x="71197" y="31084"/>
                </a:moveTo>
                <a:cubicBezTo>
                  <a:pt x="62211" y="31084"/>
                  <a:pt x="54915" y="38380"/>
                  <a:pt x="54915" y="47366"/>
                </a:cubicBezTo>
                <a:cubicBezTo>
                  <a:pt x="54915" y="56352"/>
                  <a:pt x="62211" y="63648"/>
                  <a:pt x="71197" y="63648"/>
                </a:cubicBezTo>
                <a:cubicBezTo>
                  <a:pt x="80183" y="63648"/>
                  <a:pt x="87479" y="56352"/>
                  <a:pt x="87479" y="47366"/>
                </a:cubicBezTo>
                <a:cubicBezTo>
                  <a:pt x="87479" y="38380"/>
                  <a:pt x="80183" y="31084"/>
                  <a:pt x="71197" y="31084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71181" y="4509240"/>
            <a:ext cx="4613445" cy="2652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Model Characteristics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1181" y="4812382"/>
            <a:ext cx="4603972" cy="454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Fast training and prediction, interpretable feature importance, robust to overfitting.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6284" y="5570238"/>
            <a:ext cx="5153417" cy="1060998"/>
          </a:xfrm>
          <a:custGeom>
            <a:avLst/>
            <a:gdLst/>
            <a:ahLst/>
            <a:cxnLst/>
            <a:rect l="l" t="t" r="r" b="b"/>
            <a:pathLst>
              <a:path w="5153417" h="1060998">
                <a:moveTo>
                  <a:pt x="113675" y="0"/>
                </a:moveTo>
                <a:lnTo>
                  <a:pt x="5039742" y="0"/>
                </a:lnTo>
                <a:cubicBezTo>
                  <a:pt x="5102523" y="0"/>
                  <a:pt x="5153417" y="50894"/>
                  <a:pt x="5153417" y="113675"/>
                </a:cubicBezTo>
                <a:lnTo>
                  <a:pt x="5153417" y="947322"/>
                </a:lnTo>
                <a:cubicBezTo>
                  <a:pt x="5153417" y="1010104"/>
                  <a:pt x="5102523" y="1060998"/>
                  <a:pt x="5039742" y="1060998"/>
                </a:cubicBezTo>
                <a:lnTo>
                  <a:pt x="113675" y="1060998"/>
                </a:lnTo>
                <a:cubicBezTo>
                  <a:pt x="50894" y="1060998"/>
                  <a:pt x="0" y="1010104"/>
                  <a:pt x="0" y="947322"/>
                </a:cubicBezTo>
                <a:lnTo>
                  <a:pt x="0" y="113675"/>
                </a:lnTo>
                <a:cubicBezTo>
                  <a:pt x="0" y="50936"/>
                  <a:pt x="50936" y="0"/>
                  <a:pt x="11367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420" dist="947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60224" y="5759702"/>
            <a:ext cx="213147" cy="189464"/>
          </a:xfrm>
          <a:custGeom>
            <a:avLst/>
            <a:gdLst/>
            <a:ahLst/>
            <a:cxnLst/>
            <a:rect l="l" t="t" r="r" b="b"/>
            <a:pathLst>
              <a:path w="213147" h="189464">
                <a:moveTo>
                  <a:pt x="35524" y="0"/>
                </a:moveTo>
                <a:cubicBezTo>
                  <a:pt x="22462" y="0"/>
                  <a:pt x="11841" y="10620"/>
                  <a:pt x="11841" y="23683"/>
                </a:cubicBezTo>
                <a:lnTo>
                  <a:pt x="11841" y="165781"/>
                </a:lnTo>
                <a:cubicBezTo>
                  <a:pt x="11841" y="178844"/>
                  <a:pt x="22462" y="189464"/>
                  <a:pt x="35524" y="189464"/>
                </a:cubicBezTo>
                <a:lnTo>
                  <a:pt x="65128" y="189464"/>
                </a:lnTo>
                <a:lnTo>
                  <a:pt x="65128" y="148019"/>
                </a:lnTo>
                <a:cubicBezTo>
                  <a:pt x="65128" y="134956"/>
                  <a:pt x="75749" y="124336"/>
                  <a:pt x="88811" y="124336"/>
                </a:cubicBezTo>
                <a:lnTo>
                  <a:pt x="153939" y="124336"/>
                </a:lnTo>
                <a:lnTo>
                  <a:pt x="153939" y="63093"/>
                </a:lnTo>
                <a:cubicBezTo>
                  <a:pt x="153939" y="56802"/>
                  <a:pt x="151460" y="50770"/>
                  <a:pt x="147020" y="46330"/>
                </a:cubicBezTo>
                <a:lnTo>
                  <a:pt x="107573" y="6920"/>
                </a:lnTo>
                <a:cubicBezTo>
                  <a:pt x="103132" y="2479"/>
                  <a:pt x="97137" y="0"/>
                  <a:pt x="90846" y="0"/>
                </a:cubicBezTo>
                <a:lnTo>
                  <a:pt x="35524" y="0"/>
                </a:lnTo>
                <a:close/>
                <a:moveTo>
                  <a:pt x="132292" y="65128"/>
                </a:moveTo>
                <a:lnTo>
                  <a:pt x="97692" y="65128"/>
                </a:lnTo>
                <a:cubicBezTo>
                  <a:pt x="92771" y="65128"/>
                  <a:pt x="88811" y="61169"/>
                  <a:pt x="88811" y="56247"/>
                </a:cubicBezTo>
                <a:lnTo>
                  <a:pt x="88811" y="21648"/>
                </a:lnTo>
                <a:lnTo>
                  <a:pt x="132292" y="65128"/>
                </a:lnTo>
                <a:close/>
                <a:moveTo>
                  <a:pt x="97692" y="140618"/>
                </a:moveTo>
                <a:cubicBezTo>
                  <a:pt x="88700" y="140618"/>
                  <a:pt x="81410" y="147908"/>
                  <a:pt x="81410" y="156900"/>
                </a:cubicBezTo>
                <a:lnTo>
                  <a:pt x="81410" y="186503"/>
                </a:lnTo>
                <a:cubicBezTo>
                  <a:pt x="81410" y="195496"/>
                  <a:pt x="88700" y="202786"/>
                  <a:pt x="97692" y="202786"/>
                </a:cubicBezTo>
                <a:lnTo>
                  <a:pt x="103613" y="202786"/>
                </a:lnTo>
                <a:cubicBezTo>
                  <a:pt x="112605" y="202786"/>
                  <a:pt x="119895" y="195496"/>
                  <a:pt x="119895" y="186503"/>
                </a:cubicBezTo>
                <a:lnTo>
                  <a:pt x="119895" y="183543"/>
                </a:lnTo>
                <a:cubicBezTo>
                  <a:pt x="119895" y="179473"/>
                  <a:pt x="116565" y="176142"/>
                  <a:pt x="112494" y="176142"/>
                </a:cubicBezTo>
                <a:cubicBezTo>
                  <a:pt x="108424" y="176142"/>
                  <a:pt x="105093" y="179473"/>
                  <a:pt x="105093" y="183543"/>
                </a:cubicBezTo>
                <a:lnTo>
                  <a:pt x="105093" y="186503"/>
                </a:lnTo>
                <a:cubicBezTo>
                  <a:pt x="105093" y="187318"/>
                  <a:pt x="104427" y="187984"/>
                  <a:pt x="103613" y="187984"/>
                </a:cubicBezTo>
                <a:lnTo>
                  <a:pt x="97692" y="187984"/>
                </a:lnTo>
                <a:cubicBezTo>
                  <a:pt x="96878" y="187984"/>
                  <a:pt x="96212" y="187318"/>
                  <a:pt x="96212" y="186503"/>
                </a:cubicBezTo>
                <a:lnTo>
                  <a:pt x="96212" y="156900"/>
                </a:lnTo>
                <a:cubicBezTo>
                  <a:pt x="96212" y="156086"/>
                  <a:pt x="96878" y="155420"/>
                  <a:pt x="97692" y="155420"/>
                </a:cubicBezTo>
                <a:lnTo>
                  <a:pt x="103613" y="155420"/>
                </a:lnTo>
                <a:cubicBezTo>
                  <a:pt x="104427" y="155420"/>
                  <a:pt x="105093" y="156086"/>
                  <a:pt x="105093" y="156900"/>
                </a:cubicBezTo>
                <a:lnTo>
                  <a:pt x="105093" y="159860"/>
                </a:lnTo>
                <a:cubicBezTo>
                  <a:pt x="105093" y="163931"/>
                  <a:pt x="108424" y="167261"/>
                  <a:pt x="112494" y="167261"/>
                </a:cubicBezTo>
                <a:cubicBezTo>
                  <a:pt x="116565" y="167261"/>
                  <a:pt x="119895" y="163931"/>
                  <a:pt x="119895" y="159860"/>
                </a:cubicBezTo>
                <a:lnTo>
                  <a:pt x="119895" y="156900"/>
                </a:lnTo>
                <a:cubicBezTo>
                  <a:pt x="119895" y="147908"/>
                  <a:pt x="112605" y="140618"/>
                  <a:pt x="103613" y="140618"/>
                </a:cubicBezTo>
                <a:lnTo>
                  <a:pt x="97692" y="140618"/>
                </a:lnTo>
                <a:close/>
                <a:moveTo>
                  <a:pt x="148019" y="140618"/>
                </a:moveTo>
                <a:cubicBezTo>
                  <a:pt x="137398" y="140618"/>
                  <a:pt x="128776" y="149240"/>
                  <a:pt x="128776" y="159860"/>
                </a:cubicBezTo>
                <a:cubicBezTo>
                  <a:pt x="128776" y="170480"/>
                  <a:pt x="137398" y="179103"/>
                  <a:pt x="148019" y="179103"/>
                </a:cubicBezTo>
                <a:cubicBezTo>
                  <a:pt x="150461" y="179103"/>
                  <a:pt x="152459" y="181101"/>
                  <a:pt x="152459" y="183543"/>
                </a:cubicBezTo>
                <a:cubicBezTo>
                  <a:pt x="152459" y="185985"/>
                  <a:pt x="150461" y="187984"/>
                  <a:pt x="148019" y="187984"/>
                </a:cubicBezTo>
                <a:lnTo>
                  <a:pt x="136177" y="187984"/>
                </a:lnTo>
                <a:cubicBezTo>
                  <a:pt x="132107" y="187984"/>
                  <a:pt x="128776" y="191314"/>
                  <a:pt x="128776" y="195385"/>
                </a:cubicBezTo>
                <a:cubicBezTo>
                  <a:pt x="128776" y="199455"/>
                  <a:pt x="132107" y="202786"/>
                  <a:pt x="136177" y="202786"/>
                </a:cubicBezTo>
                <a:lnTo>
                  <a:pt x="148019" y="202786"/>
                </a:lnTo>
                <a:cubicBezTo>
                  <a:pt x="158639" y="202786"/>
                  <a:pt x="167261" y="194163"/>
                  <a:pt x="167261" y="183543"/>
                </a:cubicBezTo>
                <a:cubicBezTo>
                  <a:pt x="167261" y="172923"/>
                  <a:pt x="158639" y="164301"/>
                  <a:pt x="148019" y="164301"/>
                </a:cubicBezTo>
                <a:cubicBezTo>
                  <a:pt x="145576" y="164301"/>
                  <a:pt x="143578" y="162302"/>
                  <a:pt x="143578" y="159860"/>
                </a:cubicBezTo>
                <a:cubicBezTo>
                  <a:pt x="143578" y="157418"/>
                  <a:pt x="145576" y="155420"/>
                  <a:pt x="148019" y="155420"/>
                </a:cubicBezTo>
                <a:lnTo>
                  <a:pt x="156900" y="155420"/>
                </a:lnTo>
                <a:cubicBezTo>
                  <a:pt x="160970" y="155420"/>
                  <a:pt x="164301" y="152089"/>
                  <a:pt x="164301" y="148019"/>
                </a:cubicBezTo>
                <a:cubicBezTo>
                  <a:pt x="164301" y="143948"/>
                  <a:pt x="160970" y="140618"/>
                  <a:pt x="156900" y="140618"/>
                </a:cubicBezTo>
                <a:lnTo>
                  <a:pt x="148019" y="140618"/>
                </a:lnTo>
                <a:close/>
                <a:moveTo>
                  <a:pt x="183543" y="140618"/>
                </a:moveTo>
                <a:cubicBezTo>
                  <a:pt x="179473" y="140618"/>
                  <a:pt x="176142" y="143948"/>
                  <a:pt x="176142" y="148019"/>
                </a:cubicBezTo>
                <a:lnTo>
                  <a:pt x="176142" y="159712"/>
                </a:lnTo>
                <a:cubicBezTo>
                  <a:pt x="176142" y="172849"/>
                  <a:pt x="180028" y="185726"/>
                  <a:pt x="187318" y="196643"/>
                </a:cubicBezTo>
                <a:lnTo>
                  <a:pt x="189205" y="199492"/>
                </a:lnTo>
                <a:cubicBezTo>
                  <a:pt x="190574" y="201564"/>
                  <a:pt x="192905" y="202786"/>
                  <a:pt x="195348" y="202786"/>
                </a:cubicBezTo>
                <a:cubicBezTo>
                  <a:pt x="197790" y="202786"/>
                  <a:pt x="200121" y="201564"/>
                  <a:pt x="201490" y="199492"/>
                </a:cubicBezTo>
                <a:lnTo>
                  <a:pt x="203378" y="196643"/>
                </a:lnTo>
                <a:cubicBezTo>
                  <a:pt x="210668" y="185689"/>
                  <a:pt x="214553" y="172849"/>
                  <a:pt x="214553" y="159712"/>
                </a:cubicBezTo>
                <a:lnTo>
                  <a:pt x="214553" y="148019"/>
                </a:lnTo>
                <a:cubicBezTo>
                  <a:pt x="214553" y="143948"/>
                  <a:pt x="211223" y="140618"/>
                  <a:pt x="207152" y="140618"/>
                </a:cubicBezTo>
                <a:cubicBezTo>
                  <a:pt x="203082" y="140618"/>
                  <a:pt x="199751" y="143948"/>
                  <a:pt x="199751" y="148019"/>
                </a:cubicBezTo>
                <a:lnTo>
                  <a:pt x="199751" y="159712"/>
                </a:lnTo>
                <a:cubicBezTo>
                  <a:pt x="199751" y="166965"/>
                  <a:pt x="198234" y="174107"/>
                  <a:pt x="195311" y="180694"/>
                </a:cubicBezTo>
                <a:cubicBezTo>
                  <a:pt x="192387" y="174107"/>
                  <a:pt x="190870" y="166965"/>
                  <a:pt x="190870" y="159712"/>
                </a:cubicBezTo>
                <a:lnTo>
                  <a:pt x="190870" y="148019"/>
                </a:lnTo>
                <a:cubicBezTo>
                  <a:pt x="190870" y="143948"/>
                  <a:pt x="187540" y="140618"/>
                  <a:pt x="183469" y="140618"/>
                </a:cubicBez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89062" y="5721809"/>
            <a:ext cx="4603972" cy="2652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Training Data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9062" y="6024951"/>
            <a:ext cx="4594499" cy="454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Emergency response dataset ( </a:t>
            </a:r>
            <a:r>
              <a:rPr lang="en-US" sz="1195" b="1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dataset.csv</a:t>
            </a:r>
            <a:r>
              <a:rPr lang="en-US" sz="1195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) with historical incident records.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0152" y="1250462"/>
            <a:ext cx="5608131" cy="2709333"/>
          </a:xfrm>
          <a:custGeom>
            <a:avLst/>
            <a:gdLst/>
            <a:ahLst/>
            <a:cxnLst/>
            <a:rect l="l" t="t" r="r" b="b"/>
            <a:pathLst>
              <a:path w="5608131" h="2709333">
                <a:moveTo>
                  <a:pt x="151560" y="0"/>
                </a:moveTo>
                <a:lnTo>
                  <a:pt x="5456570" y="0"/>
                </a:lnTo>
                <a:cubicBezTo>
                  <a:pt x="5540275" y="0"/>
                  <a:pt x="5608131" y="67856"/>
                  <a:pt x="5608131" y="151560"/>
                </a:cubicBezTo>
                <a:lnTo>
                  <a:pt x="5608131" y="2557773"/>
                </a:lnTo>
                <a:cubicBezTo>
                  <a:pt x="5608131" y="2641478"/>
                  <a:pt x="5540275" y="2709333"/>
                  <a:pt x="5456570" y="2709333"/>
                </a:cubicBezTo>
                <a:lnTo>
                  <a:pt x="151560" y="2709333"/>
                </a:lnTo>
                <a:cubicBezTo>
                  <a:pt x="67856" y="2709333"/>
                  <a:pt x="0" y="2641478"/>
                  <a:pt x="0" y="2557773"/>
                </a:cubicBezTo>
                <a:lnTo>
                  <a:pt x="0" y="151560"/>
                </a:lnTo>
                <a:cubicBezTo>
                  <a:pt x="0" y="67912"/>
                  <a:pt x="67912" y="0"/>
                  <a:pt x="151560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effectLst>
            <a:outerShdw blurRad="142098" dist="9473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80138" y="1579655"/>
            <a:ext cx="341035" cy="341035"/>
          </a:xfrm>
          <a:custGeom>
            <a:avLst/>
            <a:gdLst/>
            <a:ahLst/>
            <a:cxnLst/>
            <a:rect l="l" t="t" r="r" b="b"/>
            <a:pathLst>
              <a:path w="341035" h="341035">
                <a:moveTo>
                  <a:pt x="170517" y="0"/>
                </a:moveTo>
                <a:cubicBezTo>
                  <a:pt x="180309" y="0"/>
                  <a:pt x="189301" y="5395"/>
                  <a:pt x="193964" y="13988"/>
                </a:cubicBezTo>
                <a:lnTo>
                  <a:pt x="337838" y="280421"/>
                </a:lnTo>
                <a:cubicBezTo>
                  <a:pt x="342301" y="288681"/>
                  <a:pt x="342101" y="298672"/>
                  <a:pt x="337305" y="306732"/>
                </a:cubicBezTo>
                <a:cubicBezTo>
                  <a:pt x="332509" y="314791"/>
                  <a:pt x="323783" y="319720"/>
                  <a:pt x="314392" y="319720"/>
                </a:cubicBezTo>
                <a:lnTo>
                  <a:pt x="26643" y="319720"/>
                </a:lnTo>
                <a:cubicBezTo>
                  <a:pt x="17252" y="319720"/>
                  <a:pt x="8592" y="314791"/>
                  <a:pt x="3730" y="306732"/>
                </a:cubicBezTo>
                <a:cubicBezTo>
                  <a:pt x="-1132" y="298672"/>
                  <a:pt x="-1266" y="288681"/>
                  <a:pt x="3197" y="280421"/>
                </a:cubicBezTo>
                <a:lnTo>
                  <a:pt x="147071" y="13988"/>
                </a:lnTo>
                <a:cubicBezTo>
                  <a:pt x="151734" y="5395"/>
                  <a:pt x="160726" y="0"/>
                  <a:pt x="170517" y="0"/>
                </a:cubicBezTo>
                <a:close/>
                <a:moveTo>
                  <a:pt x="170517" y="111902"/>
                </a:moveTo>
                <a:cubicBezTo>
                  <a:pt x="161659" y="111902"/>
                  <a:pt x="154531" y="119029"/>
                  <a:pt x="154531" y="127888"/>
                </a:cubicBezTo>
                <a:lnTo>
                  <a:pt x="154531" y="202490"/>
                </a:lnTo>
                <a:cubicBezTo>
                  <a:pt x="154531" y="211348"/>
                  <a:pt x="161659" y="218476"/>
                  <a:pt x="170517" y="218476"/>
                </a:cubicBezTo>
                <a:cubicBezTo>
                  <a:pt x="179376" y="218476"/>
                  <a:pt x="186503" y="211348"/>
                  <a:pt x="186503" y="202490"/>
                </a:cubicBezTo>
                <a:lnTo>
                  <a:pt x="186503" y="127888"/>
                </a:lnTo>
                <a:cubicBezTo>
                  <a:pt x="186503" y="119029"/>
                  <a:pt x="179376" y="111902"/>
                  <a:pt x="170517" y="111902"/>
                </a:cubicBezTo>
                <a:close/>
                <a:moveTo>
                  <a:pt x="188302" y="255776"/>
                </a:moveTo>
                <a:cubicBezTo>
                  <a:pt x="188706" y="249175"/>
                  <a:pt x="185414" y="242894"/>
                  <a:pt x="179755" y="239471"/>
                </a:cubicBezTo>
                <a:cubicBezTo>
                  <a:pt x="174096" y="236048"/>
                  <a:pt x="167005" y="236048"/>
                  <a:pt x="161346" y="239471"/>
                </a:cubicBezTo>
                <a:cubicBezTo>
                  <a:pt x="155687" y="242894"/>
                  <a:pt x="152395" y="249175"/>
                  <a:pt x="152800" y="255776"/>
                </a:cubicBezTo>
                <a:cubicBezTo>
                  <a:pt x="152395" y="262378"/>
                  <a:pt x="155687" y="268658"/>
                  <a:pt x="161346" y="272081"/>
                </a:cubicBezTo>
                <a:cubicBezTo>
                  <a:pt x="167005" y="275504"/>
                  <a:pt x="174096" y="275504"/>
                  <a:pt x="179755" y="272081"/>
                </a:cubicBezTo>
                <a:cubicBezTo>
                  <a:pt x="185414" y="268658"/>
                  <a:pt x="188706" y="262378"/>
                  <a:pt x="188302" y="255776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977481" y="1579655"/>
            <a:ext cx="2150415" cy="341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0" b="1" dirty="0">
                <a:solidFill>
                  <a:srgbClr val="FFFFFF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Critical Threshold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37509" y="2034368"/>
            <a:ext cx="5153417" cy="1174676"/>
          </a:xfrm>
          <a:custGeom>
            <a:avLst/>
            <a:gdLst/>
            <a:ahLst/>
            <a:cxnLst/>
            <a:rect l="l" t="t" r="r" b="b"/>
            <a:pathLst>
              <a:path w="5153417" h="1174676">
                <a:moveTo>
                  <a:pt x="113673" y="0"/>
                </a:moveTo>
                <a:lnTo>
                  <a:pt x="5039744" y="0"/>
                </a:lnTo>
                <a:cubicBezTo>
                  <a:pt x="5102524" y="0"/>
                  <a:pt x="5153417" y="50893"/>
                  <a:pt x="5153417" y="113673"/>
                </a:cubicBezTo>
                <a:lnTo>
                  <a:pt x="5153417" y="1061003"/>
                </a:lnTo>
                <a:cubicBezTo>
                  <a:pt x="5153417" y="1123783"/>
                  <a:pt x="5102524" y="1174676"/>
                  <a:pt x="5039744" y="1174676"/>
                </a:cubicBezTo>
                <a:lnTo>
                  <a:pt x="113673" y="1174676"/>
                </a:lnTo>
                <a:cubicBezTo>
                  <a:pt x="50935" y="1174676"/>
                  <a:pt x="0" y="1123741"/>
                  <a:pt x="0" y="1061003"/>
                </a:cubicBezTo>
                <a:lnTo>
                  <a:pt x="0" y="113673"/>
                </a:lnTo>
                <a:cubicBezTo>
                  <a:pt x="0" y="50935"/>
                  <a:pt x="50935" y="0"/>
                  <a:pt x="11367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589080" y="2185939"/>
            <a:ext cx="5134471" cy="5683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475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85+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89080" y="2792224"/>
            <a:ext cx="4945007" cy="2652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Severity Score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49350" y="3368194"/>
            <a:ext cx="213147" cy="189464"/>
          </a:xfrm>
          <a:custGeom>
            <a:avLst/>
            <a:gdLst/>
            <a:ahLst/>
            <a:cxnLst/>
            <a:rect l="l" t="t" r="r" b="b"/>
            <a:pathLst>
              <a:path w="213147" h="189464">
                <a:moveTo>
                  <a:pt x="23683" y="11841"/>
                </a:moveTo>
                <a:cubicBezTo>
                  <a:pt x="10620" y="11841"/>
                  <a:pt x="0" y="22462"/>
                  <a:pt x="0" y="35524"/>
                </a:cubicBezTo>
                <a:lnTo>
                  <a:pt x="0" y="142098"/>
                </a:lnTo>
                <a:cubicBezTo>
                  <a:pt x="0" y="155161"/>
                  <a:pt x="10620" y="165781"/>
                  <a:pt x="23683" y="165781"/>
                </a:cubicBezTo>
                <a:lnTo>
                  <a:pt x="24904" y="165781"/>
                </a:lnTo>
                <a:cubicBezTo>
                  <a:pt x="28753" y="179436"/>
                  <a:pt x="41334" y="189464"/>
                  <a:pt x="56247" y="189464"/>
                </a:cubicBezTo>
                <a:cubicBezTo>
                  <a:pt x="71160" y="189464"/>
                  <a:pt x="83705" y="179436"/>
                  <a:pt x="87590" y="165781"/>
                </a:cubicBezTo>
                <a:lnTo>
                  <a:pt x="125557" y="165781"/>
                </a:lnTo>
                <a:cubicBezTo>
                  <a:pt x="129405" y="179436"/>
                  <a:pt x="141987" y="189464"/>
                  <a:pt x="156900" y="189464"/>
                </a:cubicBezTo>
                <a:cubicBezTo>
                  <a:pt x="171813" y="189464"/>
                  <a:pt x="184357" y="179436"/>
                  <a:pt x="188243" y="165781"/>
                </a:cubicBezTo>
                <a:lnTo>
                  <a:pt x="189464" y="165781"/>
                </a:lnTo>
                <a:cubicBezTo>
                  <a:pt x="202527" y="165781"/>
                  <a:pt x="213147" y="155161"/>
                  <a:pt x="213147" y="142098"/>
                </a:cubicBezTo>
                <a:lnTo>
                  <a:pt x="213147" y="87812"/>
                </a:lnTo>
                <a:cubicBezTo>
                  <a:pt x="213147" y="81521"/>
                  <a:pt x="210668" y="75490"/>
                  <a:pt x="206227" y="71049"/>
                </a:cubicBezTo>
                <a:lnTo>
                  <a:pt x="189464" y="54286"/>
                </a:lnTo>
                <a:cubicBezTo>
                  <a:pt x="185023" y="49845"/>
                  <a:pt x="178992" y="47366"/>
                  <a:pt x="172701" y="47366"/>
                </a:cubicBezTo>
                <a:lnTo>
                  <a:pt x="153939" y="47366"/>
                </a:lnTo>
                <a:lnTo>
                  <a:pt x="153939" y="35524"/>
                </a:lnTo>
                <a:cubicBezTo>
                  <a:pt x="153939" y="22462"/>
                  <a:pt x="143319" y="11841"/>
                  <a:pt x="130256" y="11841"/>
                </a:cubicBezTo>
                <a:lnTo>
                  <a:pt x="23683" y="11841"/>
                </a:lnTo>
                <a:close/>
                <a:moveTo>
                  <a:pt x="189464" y="87812"/>
                </a:moveTo>
                <a:lnTo>
                  <a:pt x="189464" y="106573"/>
                </a:lnTo>
                <a:lnTo>
                  <a:pt x="153939" y="106573"/>
                </a:lnTo>
                <a:lnTo>
                  <a:pt x="153939" y="71049"/>
                </a:lnTo>
                <a:lnTo>
                  <a:pt x="172701" y="71049"/>
                </a:lnTo>
                <a:lnTo>
                  <a:pt x="189464" y="87812"/>
                </a:lnTo>
                <a:close/>
                <a:moveTo>
                  <a:pt x="56247" y="142098"/>
                </a:moveTo>
                <a:cubicBezTo>
                  <a:pt x="64416" y="142098"/>
                  <a:pt x="71049" y="148730"/>
                  <a:pt x="71049" y="156900"/>
                </a:cubicBezTo>
                <a:cubicBezTo>
                  <a:pt x="71049" y="165069"/>
                  <a:pt x="64416" y="171702"/>
                  <a:pt x="56247" y="171702"/>
                </a:cubicBezTo>
                <a:cubicBezTo>
                  <a:pt x="48078" y="171702"/>
                  <a:pt x="41445" y="165069"/>
                  <a:pt x="41445" y="156900"/>
                </a:cubicBezTo>
                <a:cubicBezTo>
                  <a:pt x="41445" y="148730"/>
                  <a:pt x="48078" y="142098"/>
                  <a:pt x="56247" y="142098"/>
                </a:cubicBezTo>
                <a:close/>
                <a:moveTo>
                  <a:pt x="142098" y="156900"/>
                </a:moveTo>
                <a:cubicBezTo>
                  <a:pt x="142098" y="148730"/>
                  <a:pt x="148730" y="142098"/>
                  <a:pt x="156900" y="142098"/>
                </a:cubicBezTo>
                <a:cubicBezTo>
                  <a:pt x="165069" y="142098"/>
                  <a:pt x="171702" y="148730"/>
                  <a:pt x="171702" y="156900"/>
                </a:cubicBezTo>
                <a:cubicBezTo>
                  <a:pt x="171702" y="165069"/>
                  <a:pt x="165069" y="171702"/>
                  <a:pt x="156900" y="171702"/>
                </a:cubicBezTo>
                <a:cubicBezTo>
                  <a:pt x="148730" y="171702"/>
                  <a:pt x="142098" y="165069"/>
                  <a:pt x="142098" y="156900"/>
                </a:cubicBezTo>
                <a:close/>
                <a:moveTo>
                  <a:pt x="65128" y="50326"/>
                </a:moveTo>
                <a:cubicBezTo>
                  <a:pt x="65128" y="47070"/>
                  <a:pt x="67793" y="44406"/>
                  <a:pt x="71049" y="44406"/>
                </a:cubicBezTo>
                <a:lnTo>
                  <a:pt x="82890" y="44406"/>
                </a:lnTo>
                <a:cubicBezTo>
                  <a:pt x="86147" y="44406"/>
                  <a:pt x="88811" y="47070"/>
                  <a:pt x="88811" y="50326"/>
                </a:cubicBezTo>
                <a:lnTo>
                  <a:pt x="88811" y="65128"/>
                </a:lnTo>
                <a:lnTo>
                  <a:pt x="103613" y="65128"/>
                </a:lnTo>
                <a:cubicBezTo>
                  <a:pt x="106869" y="65128"/>
                  <a:pt x="109534" y="67793"/>
                  <a:pt x="109534" y="71049"/>
                </a:cubicBezTo>
                <a:lnTo>
                  <a:pt x="109534" y="82890"/>
                </a:lnTo>
                <a:cubicBezTo>
                  <a:pt x="109534" y="86147"/>
                  <a:pt x="106869" y="88811"/>
                  <a:pt x="103613" y="88811"/>
                </a:cubicBezTo>
                <a:lnTo>
                  <a:pt x="88811" y="88811"/>
                </a:lnTo>
                <a:lnTo>
                  <a:pt x="88811" y="103613"/>
                </a:lnTo>
                <a:cubicBezTo>
                  <a:pt x="88811" y="106869"/>
                  <a:pt x="86147" y="109534"/>
                  <a:pt x="82890" y="109534"/>
                </a:cubicBezTo>
                <a:lnTo>
                  <a:pt x="71049" y="109534"/>
                </a:lnTo>
                <a:cubicBezTo>
                  <a:pt x="67793" y="109534"/>
                  <a:pt x="65128" y="106869"/>
                  <a:pt x="65128" y="103613"/>
                </a:cubicBezTo>
                <a:lnTo>
                  <a:pt x="65128" y="88811"/>
                </a:lnTo>
                <a:lnTo>
                  <a:pt x="50326" y="88811"/>
                </a:lnTo>
                <a:cubicBezTo>
                  <a:pt x="47070" y="88811"/>
                  <a:pt x="44406" y="86147"/>
                  <a:pt x="44406" y="82890"/>
                </a:cubicBezTo>
                <a:lnTo>
                  <a:pt x="44406" y="71049"/>
                </a:lnTo>
                <a:cubicBezTo>
                  <a:pt x="44406" y="67793"/>
                  <a:pt x="47070" y="65128"/>
                  <a:pt x="50326" y="65128"/>
                </a:cubicBezTo>
                <a:lnTo>
                  <a:pt x="65128" y="65128"/>
                </a:lnTo>
                <a:lnTo>
                  <a:pt x="65128" y="50326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730868" y="3322723"/>
            <a:ext cx="4954789" cy="312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Triggers immediate dispatch of </a:t>
            </a:r>
            <a:r>
              <a:rPr lang="en-US" sz="149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ICU Emergency Unit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0152" y="4149259"/>
            <a:ext cx="5608131" cy="2709333"/>
          </a:xfrm>
          <a:custGeom>
            <a:avLst/>
            <a:gdLst/>
            <a:ahLst/>
            <a:cxnLst/>
            <a:rect l="l" t="t" r="r" b="b"/>
            <a:pathLst>
              <a:path w="5608131" h="2709333">
                <a:moveTo>
                  <a:pt x="151560" y="0"/>
                </a:moveTo>
                <a:lnTo>
                  <a:pt x="5456570" y="0"/>
                </a:lnTo>
                <a:cubicBezTo>
                  <a:pt x="5540275" y="0"/>
                  <a:pt x="5608131" y="67856"/>
                  <a:pt x="5608131" y="151560"/>
                </a:cubicBezTo>
                <a:lnTo>
                  <a:pt x="5608131" y="2557773"/>
                </a:lnTo>
                <a:cubicBezTo>
                  <a:pt x="5608131" y="2641478"/>
                  <a:pt x="5540275" y="2709333"/>
                  <a:pt x="5456570" y="2709333"/>
                </a:cubicBezTo>
                <a:lnTo>
                  <a:pt x="151560" y="2709333"/>
                </a:lnTo>
                <a:cubicBezTo>
                  <a:pt x="67856" y="2709333"/>
                  <a:pt x="0" y="2641478"/>
                  <a:pt x="0" y="2557773"/>
                </a:cubicBezTo>
                <a:lnTo>
                  <a:pt x="0" y="151560"/>
                </a:lnTo>
                <a:cubicBezTo>
                  <a:pt x="0" y="67912"/>
                  <a:pt x="67912" y="0"/>
                  <a:pt x="151560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effectLst>
            <a:outerShdw blurRad="142098" dist="9473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480138" y="4667916"/>
            <a:ext cx="341035" cy="341035"/>
          </a:xfrm>
          <a:custGeom>
            <a:avLst/>
            <a:gdLst/>
            <a:ahLst/>
            <a:cxnLst/>
            <a:rect l="l" t="t" r="r" b="b"/>
            <a:pathLst>
              <a:path w="341035" h="341035">
                <a:moveTo>
                  <a:pt x="0" y="170517"/>
                </a:moveTo>
                <a:cubicBezTo>
                  <a:pt x="0" y="76406"/>
                  <a:pt x="76406" y="0"/>
                  <a:pt x="170517" y="0"/>
                </a:cubicBezTo>
                <a:cubicBezTo>
                  <a:pt x="264629" y="0"/>
                  <a:pt x="341035" y="76406"/>
                  <a:pt x="341035" y="170517"/>
                </a:cubicBezTo>
                <a:cubicBezTo>
                  <a:pt x="341035" y="264629"/>
                  <a:pt x="264629" y="341035"/>
                  <a:pt x="170517" y="341035"/>
                </a:cubicBezTo>
                <a:cubicBezTo>
                  <a:pt x="76406" y="341035"/>
                  <a:pt x="0" y="264629"/>
                  <a:pt x="0" y="170517"/>
                </a:cubicBezTo>
                <a:close/>
                <a:moveTo>
                  <a:pt x="191832" y="63944"/>
                </a:moveTo>
                <a:cubicBezTo>
                  <a:pt x="191832" y="52180"/>
                  <a:pt x="182281" y="42629"/>
                  <a:pt x="170517" y="42629"/>
                </a:cubicBezTo>
                <a:cubicBezTo>
                  <a:pt x="158754" y="42629"/>
                  <a:pt x="149203" y="52180"/>
                  <a:pt x="149203" y="63944"/>
                </a:cubicBezTo>
                <a:cubicBezTo>
                  <a:pt x="149203" y="75708"/>
                  <a:pt x="158754" y="85259"/>
                  <a:pt x="170517" y="85259"/>
                </a:cubicBezTo>
                <a:cubicBezTo>
                  <a:pt x="182281" y="85259"/>
                  <a:pt x="191832" y="75708"/>
                  <a:pt x="191832" y="63944"/>
                </a:cubicBezTo>
                <a:close/>
                <a:moveTo>
                  <a:pt x="170517" y="277091"/>
                </a:moveTo>
                <a:cubicBezTo>
                  <a:pt x="194030" y="277091"/>
                  <a:pt x="213147" y="257974"/>
                  <a:pt x="213147" y="234462"/>
                </a:cubicBezTo>
                <a:cubicBezTo>
                  <a:pt x="213147" y="223671"/>
                  <a:pt x="209150" y="213746"/>
                  <a:pt x="202490" y="206286"/>
                </a:cubicBezTo>
                <a:lnTo>
                  <a:pt x="248782" y="113767"/>
                </a:lnTo>
                <a:cubicBezTo>
                  <a:pt x="252712" y="105841"/>
                  <a:pt x="249515" y="96249"/>
                  <a:pt x="241655" y="92319"/>
                </a:cubicBezTo>
                <a:cubicBezTo>
                  <a:pt x="233795" y="88389"/>
                  <a:pt x="224137" y="91587"/>
                  <a:pt x="220207" y="99446"/>
                </a:cubicBezTo>
                <a:lnTo>
                  <a:pt x="173915" y="191965"/>
                </a:lnTo>
                <a:cubicBezTo>
                  <a:pt x="172782" y="191899"/>
                  <a:pt x="171650" y="191832"/>
                  <a:pt x="170517" y="191832"/>
                </a:cubicBezTo>
                <a:cubicBezTo>
                  <a:pt x="147005" y="191832"/>
                  <a:pt x="127888" y="210949"/>
                  <a:pt x="127888" y="234462"/>
                </a:cubicBezTo>
                <a:cubicBezTo>
                  <a:pt x="127888" y="257974"/>
                  <a:pt x="147005" y="277091"/>
                  <a:pt x="170517" y="277091"/>
                </a:cubicBezTo>
                <a:close/>
                <a:moveTo>
                  <a:pt x="117231" y="95916"/>
                </a:moveTo>
                <a:cubicBezTo>
                  <a:pt x="117231" y="84152"/>
                  <a:pt x="107680" y="74601"/>
                  <a:pt x="95916" y="74601"/>
                </a:cubicBezTo>
                <a:cubicBezTo>
                  <a:pt x="84152" y="74601"/>
                  <a:pt x="74601" y="84152"/>
                  <a:pt x="74601" y="95916"/>
                </a:cubicBezTo>
                <a:cubicBezTo>
                  <a:pt x="74601" y="107680"/>
                  <a:pt x="84152" y="117231"/>
                  <a:pt x="95916" y="117231"/>
                </a:cubicBezTo>
                <a:cubicBezTo>
                  <a:pt x="107680" y="117231"/>
                  <a:pt x="117231" y="107680"/>
                  <a:pt x="117231" y="95916"/>
                </a:cubicBezTo>
                <a:close/>
                <a:moveTo>
                  <a:pt x="63944" y="191832"/>
                </a:moveTo>
                <a:cubicBezTo>
                  <a:pt x="75708" y="191832"/>
                  <a:pt x="85259" y="182281"/>
                  <a:pt x="85259" y="170517"/>
                </a:cubicBezTo>
                <a:cubicBezTo>
                  <a:pt x="85259" y="158754"/>
                  <a:pt x="75708" y="149203"/>
                  <a:pt x="63944" y="149203"/>
                </a:cubicBezTo>
                <a:cubicBezTo>
                  <a:pt x="52180" y="149203"/>
                  <a:pt x="42629" y="158754"/>
                  <a:pt x="42629" y="170517"/>
                </a:cubicBezTo>
                <a:cubicBezTo>
                  <a:pt x="42629" y="182281"/>
                  <a:pt x="52180" y="191832"/>
                  <a:pt x="63944" y="191832"/>
                </a:cubicBezTo>
                <a:close/>
                <a:moveTo>
                  <a:pt x="298406" y="170517"/>
                </a:moveTo>
                <a:cubicBezTo>
                  <a:pt x="298406" y="158754"/>
                  <a:pt x="288855" y="149203"/>
                  <a:pt x="277091" y="149203"/>
                </a:cubicBezTo>
                <a:cubicBezTo>
                  <a:pt x="265327" y="149203"/>
                  <a:pt x="255776" y="158754"/>
                  <a:pt x="255776" y="170517"/>
                </a:cubicBezTo>
                <a:cubicBezTo>
                  <a:pt x="255776" y="182281"/>
                  <a:pt x="265327" y="191832"/>
                  <a:pt x="277091" y="191832"/>
                </a:cubicBezTo>
                <a:cubicBezTo>
                  <a:pt x="288855" y="191832"/>
                  <a:pt x="298406" y="182281"/>
                  <a:pt x="298406" y="17051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977481" y="4667916"/>
            <a:ext cx="2358825" cy="341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0" b="1" dirty="0">
                <a:solidFill>
                  <a:srgbClr val="FFFFFF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Model Performance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37509" y="5122629"/>
            <a:ext cx="2519869" cy="795748"/>
          </a:xfrm>
          <a:custGeom>
            <a:avLst/>
            <a:gdLst/>
            <a:ahLst/>
            <a:cxnLst/>
            <a:rect l="l" t="t" r="r" b="b"/>
            <a:pathLst>
              <a:path w="2519869" h="795748">
                <a:moveTo>
                  <a:pt x="113681" y="0"/>
                </a:moveTo>
                <a:lnTo>
                  <a:pt x="2406189" y="0"/>
                </a:lnTo>
                <a:cubicBezTo>
                  <a:pt x="2468973" y="0"/>
                  <a:pt x="2519869" y="50897"/>
                  <a:pt x="2519869" y="113681"/>
                </a:cubicBezTo>
                <a:lnTo>
                  <a:pt x="2519869" y="682068"/>
                </a:lnTo>
                <a:cubicBezTo>
                  <a:pt x="2519869" y="744852"/>
                  <a:pt x="2468973" y="795748"/>
                  <a:pt x="2406189" y="795748"/>
                </a:cubicBezTo>
                <a:lnTo>
                  <a:pt x="113681" y="795748"/>
                </a:lnTo>
                <a:cubicBezTo>
                  <a:pt x="50939" y="795748"/>
                  <a:pt x="0" y="744810"/>
                  <a:pt x="0" y="682068"/>
                </a:cubicBezTo>
                <a:lnTo>
                  <a:pt x="0" y="113681"/>
                </a:lnTo>
                <a:cubicBezTo>
                  <a:pt x="0" y="50939"/>
                  <a:pt x="50939" y="0"/>
                  <a:pt x="11368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80138" y="5236308"/>
            <a:ext cx="2434611" cy="341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4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Fast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13294" y="5577343"/>
            <a:ext cx="2368298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Prediction Speed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68925" y="5122629"/>
            <a:ext cx="2519869" cy="795748"/>
          </a:xfrm>
          <a:custGeom>
            <a:avLst/>
            <a:gdLst/>
            <a:ahLst/>
            <a:cxnLst/>
            <a:rect l="l" t="t" r="r" b="b"/>
            <a:pathLst>
              <a:path w="2519869" h="795748">
                <a:moveTo>
                  <a:pt x="113681" y="0"/>
                </a:moveTo>
                <a:lnTo>
                  <a:pt x="2406189" y="0"/>
                </a:lnTo>
                <a:cubicBezTo>
                  <a:pt x="2468973" y="0"/>
                  <a:pt x="2519869" y="50897"/>
                  <a:pt x="2519869" y="113681"/>
                </a:cubicBezTo>
                <a:lnTo>
                  <a:pt x="2519869" y="682068"/>
                </a:lnTo>
                <a:cubicBezTo>
                  <a:pt x="2519869" y="744852"/>
                  <a:pt x="2468973" y="795748"/>
                  <a:pt x="2406189" y="795748"/>
                </a:cubicBezTo>
                <a:lnTo>
                  <a:pt x="113681" y="795748"/>
                </a:lnTo>
                <a:cubicBezTo>
                  <a:pt x="50939" y="795748"/>
                  <a:pt x="0" y="744810"/>
                  <a:pt x="0" y="682068"/>
                </a:cubicBezTo>
                <a:lnTo>
                  <a:pt x="0" y="113681"/>
                </a:lnTo>
                <a:cubicBezTo>
                  <a:pt x="0" y="50939"/>
                  <a:pt x="50939" y="0"/>
                  <a:pt x="11368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9111554" y="5236308"/>
            <a:ext cx="2434611" cy="341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4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High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44711" y="5577343"/>
            <a:ext cx="2368298" cy="22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Accuracy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61191" y="6077528"/>
            <a:ext cx="189464" cy="189464"/>
          </a:xfrm>
          <a:custGeom>
            <a:avLst/>
            <a:gdLst/>
            <a:ahLst/>
            <a:cxnLst/>
            <a:rect l="l" t="t" r="r" b="b"/>
            <a:pathLst>
              <a:path w="189464" h="189464">
                <a:moveTo>
                  <a:pt x="94732" y="189464"/>
                </a:moveTo>
                <a:cubicBezTo>
                  <a:pt x="147016" y="189464"/>
                  <a:pt x="189464" y="147016"/>
                  <a:pt x="189464" y="94732"/>
                </a:cubicBezTo>
                <a:cubicBezTo>
                  <a:pt x="189464" y="42448"/>
                  <a:pt x="147016" y="0"/>
                  <a:pt x="94732" y="0"/>
                </a:cubicBezTo>
                <a:cubicBezTo>
                  <a:pt x="42448" y="0"/>
                  <a:pt x="0" y="42448"/>
                  <a:pt x="0" y="94732"/>
                </a:cubicBezTo>
                <a:cubicBezTo>
                  <a:pt x="0" y="147016"/>
                  <a:pt x="42448" y="189464"/>
                  <a:pt x="94732" y="189464"/>
                </a:cubicBezTo>
                <a:close/>
                <a:moveTo>
                  <a:pt x="125964" y="78709"/>
                </a:moveTo>
                <a:lnTo>
                  <a:pt x="96360" y="126075"/>
                </a:lnTo>
                <a:cubicBezTo>
                  <a:pt x="94806" y="128554"/>
                  <a:pt x="92142" y="130108"/>
                  <a:pt x="89218" y="130256"/>
                </a:cubicBezTo>
                <a:cubicBezTo>
                  <a:pt x="86295" y="130404"/>
                  <a:pt x="83483" y="129072"/>
                  <a:pt x="81743" y="126704"/>
                </a:cubicBezTo>
                <a:lnTo>
                  <a:pt x="63981" y="103021"/>
                </a:lnTo>
                <a:cubicBezTo>
                  <a:pt x="61021" y="99098"/>
                  <a:pt x="61835" y="93548"/>
                  <a:pt x="65757" y="90587"/>
                </a:cubicBezTo>
                <a:cubicBezTo>
                  <a:pt x="69680" y="87627"/>
                  <a:pt x="75230" y="88441"/>
                  <a:pt x="78191" y="92364"/>
                </a:cubicBezTo>
                <a:lnTo>
                  <a:pt x="88182" y="105685"/>
                </a:lnTo>
                <a:lnTo>
                  <a:pt x="110903" y="69310"/>
                </a:lnTo>
                <a:cubicBezTo>
                  <a:pt x="113493" y="65165"/>
                  <a:pt x="118970" y="63870"/>
                  <a:pt x="123152" y="66497"/>
                </a:cubicBezTo>
                <a:cubicBezTo>
                  <a:pt x="127333" y="69125"/>
                  <a:pt x="128591" y="74564"/>
                  <a:pt x="125964" y="78746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730868" y="6032056"/>
            <a:ext cx="4954789" cy="312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Interpretable predictions with feature importance analysis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735" y="369735"/>
            <a:ext cx="11526478" cy="2218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kern="0" spc="58" dirty="0">
                <a:solidFill>
                  <a:srgbClr val="457B9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9735" y="628549"/>
            <a:ext cx="11674371" cy="4436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95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Traffic Prediction (DL)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9735" y="1220124"/>
            <a:ext cx="5619967" cy="5638453"/>
          </a:xfrm>
          <a:custGeom>
            <a:avLst/>
            <a:gdLst/>
            <a:ahLst/>
            <a:cxnLst/>
            <a:rect l="l" t="t" r="r" b="b"/>
            <a:pathLst>
              <a:path w="5619967" h="5638453">
                <a:moveTo>
                  <a:pt x="147918" y="0"/>
                </a:moveTo>
                <a:lnTo>
                  <a:pt x="5472049" y="0"/>
                </a:lnTo>
                <a:cubicBezTo>
                  <a:pt x="5553742" y="0"/>
                  <a:pt x="5619967" y="66225"/>
                  <a:pt x="5619967" y="147918"/>
                </a:cubicBezTo>
                <a:lnTo>
                  <a:pt x="5619967" y="5490536"/>
                </a:lnTo>
                <a:cubicBezTo>
                  <a:pt x="5619967" y="5572228"/>
                  <a:pt x="5553742" y="5638453"/>
                  <a:pt x="5472049" y="5638453"/>
                </a:cubicBezTo>
                <a:lnTo>
                  <a:pt x="147918" y="5638453"/>
                </a:lnTo>
                <a:cubicBezTo>
                  <a:pt x="66225" y="5638453"/>
                  <a:pt x="0" y="5572228"/>
                  <a:pt x="0" y="5490536"/>
                </a:cubicBezTo>
                <a:lnTo>
                  <a:pt x="0" y="147918"/>
                </a:lnTo>
                <a:cubicBezTo>
                  <a:pt x="0" y="66280"/>
                  <a:pt x="66280" y="0"/>
                  <a:pt x="14791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8650" dist="9243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1575" y="1540061"/>
            <a:ext cx="517629" cy="517629"/>
          </a:xfrm>
          <a:custGeom>
            <a:avLst/>
            <a:gdLst/>
            <a:ahLst/>
            <a:cxnLst/>
            <a:rect l="l" t="t" r="r" b="b"/>
            <a:pathLst>
              <a:path w="517629" h="517629">
                <a:moveTo>
                  <a:pt x="110923" y="0"/>
                </a:moveTo>
                <a:lnTo>
                  <a:pt x="406706" y="0"/>
                </a:lnTo>
                <a:cubicBezTo>
                  <a:pt x="467926" y="0"/>
                  <a:pt x="517629" y="49703"/>
                  <a:pt x="517629" y="110923"/>
                </a:cubicBezTo>
                <a:lnTo>
                  <a:pt x="517629" y="406706"/>
                </a:lnTo>
                <a:cubicBezTo>
                  <a:pt x="517629" y="467967"/>
                  <a:pt x="467967" y="517629"/>
                  <a:pt x="406706" y="517629"/>
                </a:cubicBezTo>
                <a:lnTo>
                  <a:pt x="110923" y="517629"/>
                </a:lnTo>
                <a:cubicBezTo>
                  <a:pt x="49703" y="517629"/>
                  <a:pt x="0" y="467926"/>
                  <a:pt x="0" y="406706"/>
                </a:cubicBezTo>
                <a:lnTo>
                  <a:pt x="0" y="110923"/>
                </a:lnTo>
                <a:cubicBezTo>
                  <a:pt x="0" y="49662"/>
                  <a:pt x="49662" y="0"/>
                  <a:pt x="110923" y="0"/>
                </a:cubicBez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9469" y="1687955"/>
            <a:ext cx="221841" cy="221841"/>
          </a:xfrm>
          <a:custGeom>
            <a:avLst/>
            <a:gdLst/>
            <a:ahLst/>
            <a:cxnLst/>
            <a:rect l="l" t="t" r="r" b="b"/>
            <a:pathLst>
              <a:path w="221841" h="221841">
                <a:moveTo>
                  <a:pt x="51994" y="24264"/>
                </a:moveTo>
                <a:cubicBezTo>
                  <a:pt x="51994" y="10875"/>
                  <a:pt x="62869" y="0"/>
                  <a:pt x="76258" y="0"/>
                </a:cubicBezTo>
                <a:lnTo>
                  <a:pt x="86657" y="0"/>
                </a:lnTo>
                <a:cubicBezTo>
                  <a:pt x="94326" y="0"/>
                  <a:pt x="100522" y="6196"/>
                  <a:pt x="100522" y="13865"/>
                </a:cubicBezTo>
                <a:lnTo>
                  <a:pt x="100522" y="207976"/>
                </a:lnTo>
                <a:cubicBezTo>
                  <a:pt x="100522" y="215645"/>
                  <a:pt x="94326" y="221841"/>
                  <a:pt x="86657" y="221841"/>
                </a:cubicBezTo>
                <a:lnTo>
                  <a:pt x="72792" y="221841"/>
                </a:lnTo>
                <a:cubicBezTo>
                  <a:pt x="59880" y="221841"/>
                  <a:pt x="49004" y="213002"/>
                  <a:pt x="45928" y="201043"/>
                </a:cubicBezTo>
                <a:cubicBezTo>
                  <a:pt x="45625" y="201043"/>
                  <a:pt x="45365" y="201043"/>
                  <a:pt x="45061" y="201043"/>
                </a:cubicBezTo>
                <a:cubicBezTo>
                  <a:pt x="25910" y="201043"/>
                  <a:pt x="10399" y="185532"/>
                  <a:pt x="10399" y="166381"/>
                </a:cubicBezTo>
                <a:cubicBezTo>
                  <a:pt x="10399" y="158582"/>
                  <a:pt x="12998" y="151389"/>
                  <a:pt x="17331" y="145583"/>
                </a:cubicBezTo>
                <a:cubicBezTo>
                  <a:pt x="8926" y="139257"/>
                  <a:pt x="3466" y="129205"/>
                  <a:pt x="3466" y="117853"/>
                </a:cubicBezTo>
                <a:cubicBezTo>
                  <a:pt x="3466" y="104464"/>
                  <a:pt x="11092" y="92809"/>
                  <a:pt x="22184" y="87047"/>
                </a:cubicBezTo>
                <a:cubicBezTo>
                  <a:pt x="19108" y="81847"/>
                  <a:pt x="17331" y="75781"/>
                  <a:pt x="17331" y="69325"/>
                </a:cubicBezTo>
                <a:cubicBezTo>
                  <a:pt x="17331" y="50174"/>
                  <a:pt x="32843" y="34663"/>
                  <a:pt x="51994" y="34663"/>
                </a:cubicBezTo>
                <a:lnTo>
                  <a:pt x="51994" y="24264"/>
                </a:lnTo>
                <a:close/>
                <a:moveTo>
                  <a:pt x="169847" y="24264"/>
                </a:moveTo>
                <a:lnTo>
                  <a:pt x="169847" y="34663"/>
                </a:lnTo>
                <a:cubicBezTo>
                  <a:pt x="188998" y="34663"/>
                  <a:pt x="204509" y="50174"/>
                  <a:pt x="204509" y="69325"/>
                </a:cubicBezTo>
                <a:cubicBezTo>
                  <a:pt x="204509" y="75824"/>
                  <a:pt x="202733" y="81890"/>
                  <a:pt x="199657" y="87047"/>
                </a:cubicBezTo>
                <a:cubicBezTo>
                  <a:pt x="210792" y="92809"/>
                  <a:pt x="218375" y="104421"/>
                  <a:pt x="218375" y="117853"/>
                </a:cubicBezTo>
                <a:cubicBezTo>
                  <a:pt x="218375" y="129205"/>
                  <a:pt x="212915" y="139257"/>
                  <a:pt x="204509" y="145583"/>
                </a:cubicBezTo>
                <a:cubicBezTo>
                  <a:pt x="208842" y="151389"/>
                  <a:pt x="211442" y="158582"/>
                  <a:pt x="211442" y="166381"/>
                </a:cubicBezTo>
                <a:cubicBezTo>
                  <a:pt x="211442" y="185532"/>
                  <a:pt x="195930" y="201043"/>
                  <a:pt x="176779" y="201043"/>
                </a:cubicBezTo>
                <a:cubicBezTo>
                  <a:pt x="176476" y="201043"/>
                  <a:pt x="176216" y="201043"/>
                  <a:pt x="175913" y="201043"/>
                </a:cubicBezTo>
                <a:cubicBezTo>
                  <a:pt x="172837" y="213002"/>
                  <a:pt x="161961" y="221841"/>
                  <a:pt x="149049" y="221841"/>
                </a:cubicBezTo>
                <a:lnTo>
                  <a:pt x="135184" y="221841"/>
                </a:lnTo>
                <a:cubicBezTo>
                  <a:pt x="127515" y="221841"/>
                  <a:pt x="121319" y="215645"/>
                  <a:pt x="121319" y="207976"/>
                </a:cubicBezTo>
                <a:lnTo>
                  <a:pt x="121319" y="13865"/>
                </a:lnTo>
                <a:cubicBezTo>
                  <a:pt x="121319" y="6196"/>
                  <a:pt x="127515" y="0"/>
                  <a:pt x="135184" y="0"/>
                </a:cubicBezTo>
                <a:lnTo>
                  <a:pt x="145583" y="0"/>
                </a:lnTo>
                <a:cubicBezTo>
                  <a:pt x="158971" y="0"/>
                  <a:pt x="169847" y="10875"/>
                  <a:pt x="169847" y="2426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220124" y="1632494"/>
            <a:ext cx="2532682" cy="332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5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LSTM Neural Network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1575" y="2402007"/>
            <a:ext cx="5176285" cy="1035257"/>
          </a:xfrm>
          <a:custGeom>
            <a:avLst/>
            <a:gdLst/>
            <a:ahLst/>
            <a:cxnLst/>
            <a:rect l="l" t="t" r="r" b="b"/>
            <a:pathLst>
              <a:path w="5176285" h="1035257">
                <a:moveTo>
                  <a:pt x="110917" y="0"/>
                </a:moveTo>
                <a:lnTo>
                  <a:pt x="5065368" y="0"/>
                </a:lnTo>
                <a:cubicBezTo>
                  <a:pt x="5126626" y="0"/>
                  <a:pt x="5176285" y="49659"/>
                  <a:pt x="5176285" y="110917"/>
                </a:cubicBezTo>
                <a:lnTo>
                  <a:pt x="5176285" y="924340"/>
                </a:lnTo>
                <a:cubicBezTo>
                  <a:pt x="5176285" y="985598"/>
                  <a:pt x="5126626" y="1035257"/>
                  <a:pt x="5065368" y="1035257"/>
                </a:cubicBezTo>
                <a:lnTo>
                  <a:pt x="110917" y="1035257"/>
                </a:lnTo>
                <a:cubicBezTo>
                  <a:pt x="49659" y="1035257"/>
                  <a:pt x="0" y="985598"/>
                  <a:pt x="0" y="924340"/>
                </a:cubicBezTo>
                <a:lnTo>
                  <a:pt x="0" y="110917"/>
                </a:lnTo>
                <a:cubicBezTo>
                  <a:pt x="0" y="49659"/>
                  <a:pt x="49659" y="0"/>
                  <a:pt x="110917" y="0"/>
                </a:cubicBezTo>
                <a:close/>
              </a:path>
            </a:pathLst>
          </a:custGeom>
          <a:solidFill>
            <a:srgbClr val="F5F7FA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4848" y="2586874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0" y="28886"/>
                </a:moveTo>
                <a:cubicBezTo>
                  <a:pt x="0" y="19317"/>
                  <a:pt x="7763" y="11554"/>
                  <a:pt x="17331" y="11554"/>
                </a:cubicBezTo>
                <a:lnTo>
                  <a:pt x="51994" y="11554"/>
                </a:lnTo>
                <a:cubicBezTo>
                  <a:pt x="61562" y="11554"/>
                  <a:pt x="69325" y="19317"/>
                  <a:pt x="69325" y="28886"/>
                </a:cubicBezTo>
                <a:lnTo>
                  <a:pt x="69325" y="34663"/>
                </a:lnTo>
                <a:lnTo>
                  <a:pt x="115542" y="34663"/>
                </a:lnTo>
                <a:lnTo>
                  <a:pt x="115542" y="28886"/>
                </a:lnTo>
                <a:cubicBezTo>
                  <a:pt x="115542" y="19317"/>
                  <a:pt x="123305" y="11554"/>
                  <a:pt x="132873" y="11554"/>
                </a:cubicBezTo>
                <a:lnTo>
                  <a:pt x="167536" y="11554"/>
                </a:lnTo>
                <a:cubicBezTo>
                  <a:pt x="177104" y="11554"/>
                  <a:pt x="184867" y="19317"/>
                  <a:pt x="184867" y="28886"/>
                </a:cubicBezTo>
                <a:lnTo>
                  <a:pt x="184867" y="63548"/>
                </a:lnTo>
                <a:cubicBezTo>
                  <a:pt x="184867" y="73116"/>
                  <a:pt x="177104" y="80879"/>
                  <a:pt x="167536" y="80879"/>
                </a:cubicBezTo>
                <a:lnTo>
                  <a:pt x="132873" y="80879"/>
                </a:lnTo>
                <a:cubicBezTo>
                  <a:pt x="123305" y="80879"/>
                  <a:pt x="115542" y="73116"/>
                  <a:pt x="115542" y="63548"/>
                </a:cubicBezTo>
                <a:lnTo>
                  <a:pt x="115542" y="57771"/>
                </a:lnTo>
                <a:lnTo>
                  <a:pt x="69325" y="57771"/>
                </a:lnTo>
                <a:lnTo>
                  <a:pt x="69325" y="63548"/>
                </a:lnTo>
                <a:cubicBezTo>
                  <a:pt x="69325" y="66184"/>
                  <a:pt x="68711" y="68711"/>
                  <a:pt x="67664" y="70950"/>
                </a:cubicBezTo>
                <a:lnTo>
                  <a:pt x="92434" y="103988"/>
                </a:lnTo>
                <a:lnTo>
                  <a:pt x="121319" y="103988"/>
                </a:lnTo>
                <a:cubicBezTo>
                  <a:pt x="130888" y="103988"/>
                  <a:pt x="138650" y="111751"/>
                  <a:pt x="138650" y="121319"/>
                </a:cubicBezTo>
                <a:lnTo>
                  <a:pt x="138650" y="155982"/>
                </a:lnTo>
                <a:cubicBezTo>
                  <a:pt x="138650" y="165550"/>
                  <a:pt x="130888" y="173313"/>
                  <a:pt x="121319" y="173313"/>
                </a:cubicBezTo>
                <a:lnTo>
                  <a:pt x="86657" y="173313"/>
                </a:lnTo>
                <a:cubicBezTo>
                  <a:pt x="77088" y="173313"/>
                  <a:pt x="69325" y="165550"/>
                  <a:pt x="69325" y="155982"/>
                </a:cubicBezTo>
                <a:lnTo>
                  <a:pt x="69325" y="121319"/>
                </a:lnTo>
                <a:cubicBezTo>
                  <a:pt x="69325" y="118683"/>
                  <a:pt x="69939" y="116156"/>
                  <a:pt x="70986" y="113917"/>
                </a:cubicBezTo>
                <a:lnTo>
                  <a:pt x="46217" y="80879"/>
                </a:lnTo>
                <a:lnTo>
                  <a:pt x="17331" y="80879"/>
                </a:lnTo>
                <a:cubicBezTo>
                  <a:pt x="7763" y="80879"/>
                  <a:pt x="0" y="73116"/>
                  <a:pt x="0" y="63548"/>
                </a:cubicBezTo>
                <a:lnTo>
                  <a:pt x="0" y="28886"/>
                </a:ln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25436" y="2549901"/>
            <a:ext cx="4677143" cy="2588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5436" y="2845689"/>
            <a:ext cx="4667900" cy="4436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Long Short-Term Memory network built with </a:t>
            </a:r>
            <a:r>
              <a:rPr lang="en-US" sz="1165" b="1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Keras/TensorFlow</a:t>
            </a:r>
            <a:r>
              <a:rPr lang="en-US" sz="1165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for sequential data processing.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1575" y="3585158"/>
            <a:ext cx="5176285" cy="1035257"/>
          </a:xfrm>
          <a:custGeom>
            <a:avLst/>
            <a:gdLst/>
            <a:ahLst/>
            <a:cxnLst/>
            <a:rect l="l" t="t" r="r" b="b"/>
            <a:pathLst>
              <a:path w="5176285" h="1035257">
                <a:moveTo>
                  <a:pt x="110917" y="0"/>
                </a:moveTo>
                <a:lnTo>
                  <a:pt x="5065368" y="0"/>
                </a:lnTo>
                <a:cubicBezTo>
                  <a:pt x="5126626" y="0"/>
                  <a:pt x="5176285" y="49659"/>
                  <a:pt x="5176285" y="110917"/>
                </a:cubicBezTo>
                <a:lnTo>
                  <a:pt x="5176285" y="924340"/>
                </a:lnTo>
                <a:cubicBezTo>
                  <a:pt x="5176285" y="985598"/>
                  <a:pt x="5126626" y="1035257"/>
                  <a:pt x="5065368" y="1035257"/>
                </a:cubicBezTo>
                <a:lnTo>
                  <a:pt x="110917" y="1035257"/>
                </a:lnTo>
                <a:cubicBezTo>
                  <a:pt x="49659" y="1035257"/>
                  <a:pt x="0" y="985598"/>
                  <a:pt x="0" y="924340"/>
                </a:cubicBezTo>
                <a:lnTo>
                  <a:pt x="0" y="110917"/>
                </a:lnTo>
                <a:cubicBezTo>
                  <a:pt x="0" y="49659"/>
                  <a:pt x="49659" y="0"/>
                  <a:pt x="110917" y="0"/>
                </a:cubicBezTo>
                <a:close/>
              </a:path>
            </a:pathLst>
          </a:custGeom>
          <a:solidFill>
            <a:srgbClr val="F5F7FA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62578" y="3770025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92434" y="0"/>
                </a:moveTo>
                <a:cubicBezTo>
                  <a:pt x="143449" y="0"/>
                  <a:pt x="184867" y="41418"/>
                  <a:pt x="184867" y="92434"/>
                </a:cubicBezTo>
                <a:cubicBezTo>
                  <a:pt x="184867" y="143449"/>
                  <a:pt x="143449" y="184867"/>
                  <a:pt x="92434" y="184867"/>
                </a:cubicBezTo>
                <a:cubicBezTo>
                  <a:pt x="41418" y="184867"/>
                  <a:pt x="0" y="143449"/>
                  <a:pt x="0" y="92434"/>
                </a:cubicBezTo>
                <a:cubicBezTo>
                  <a:pt x="0" y="41418"/>
                  <a:pt x="41418" y="0"/>
                  <a:pt x="92434" y="0"/>
                </a:cubicBezTo>
                <a:close/>
                <a:moveTo>
                  <a:pt x="83768" y="43328"/>
                </a:moveTo>
                <a:lnTo>
                  <a:pt x="83768" y="92434"/>
                </a:lnTo>
                <a:cubicBezTo>
                  <a:pt x="83768" y="95322"/>
                  <a:pt x="85212" y="98030"/>
                  <a:pt x="87631" y="99655"/>
                </a:cubicBezTo>
                <a:lnTo>
                  <a:pt x="122294" y="122763"/>
                </a:lnTo>
                <a:cubicBezTo>
                  <a:pt x="126266" y="125435"/>
                  <a:pt x="131646" y="124352"/>
                  <a:pt x="134318" y="120344"/>
                </a:cubicBezTo>
                <a:cubicBezTo>
                  <a:pt x="136990" y="116336"/>
                  <a:pt x="135906" y="110993"/>
                  <a:pt x="131899" y="108321"/>
                </a:cubicBezTo>
                <a:lnTo>
                  <a:pt x="101099" y="87812"/>
                </a:lnTo>
                <a:lnTo>
                  <a:pt x="101099" y="43328"/>
                </a:lnTo>
                <a:cubicBezTo>
                  <a:pt x="101099" y="38526"/>
                  <a:pt x="97236" y="34663"/>
                  <a:pt x="92434" y="34663"/>
                </a:cubicBezTo>
                <a:cubicBezTo>
                  <a:pt x="87631" y="34663"/>
                  <a:pt x="83768" y="38526"/>
                  <a:pt x="83768" y="43328"/>
                </a:cubicBezTo>
                <a:close/>
              </a:path>
            </a:pathLst>
          </a:custGeom>
          <a:solidFill>
            <a:srgbClr val="0070C0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77892" y="3733052"/>
            <a:ext cx="4621683" cy="2588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Input Sequence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7892" y="4028839"/>
            <a:ext cx="4612440" cy="4436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Time-series data: </a:t>
            </a:r>
            <a:r>
              <a:rPr lang="en-US" sz="1165" b="1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[time, day, weather]</a:t>
            </a:r>
            <a:r>
              <a:rPr lang="en-US" sz="1165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learns temporal traffic patterns.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1575" y="4768309"/>
            <a:ext cx="5176285" cy="813416"/>
          </a:xfrm>
          <a:custGeom>
            <a:avLst/>
            <a:gdLst/>
            <a:ahLst/>
            <a:cxnLst/>
            <a:rect l="l" t="t" r="r" b="b"/>
            <a:pathLst>
              <a:path w="5176285" h="813416">
                <a:moveTo>
                  <a:pt x="110917" y="0"/>
                </a:moveTo>
                <a:lnTo>
                  <a:pt x="5065368" y="0"/>
                </a:lnTo>
                <a:cubicBezTo>
                  <a:pt x="5126626" y="0"/>
                  <a:pt x="5176285" y="49659"/>
                  <a:pt x="5176285" y="110917"/>
                </a:cubicBezTo>
                <a:lnTo>
                  <a:pt x="5176285" y="702499"/>
                </a:lnTo>
                <a:cubicBezTo>
                  <a:pt x="5176285" y="763757"/>
                  <a:pt x="5126626" y="813416"/>
                  <a:pt x="5065368" y="813416"/>
                </a:cubicBezTo>
                <a:lnTo>
                  <a:pt x="110917" y="813416"/>
                </a:lnTo>
                <a:cubicBezTo>
                  <a:pt x="49659" y="813416"/>
                  <a:pt x="0" y="763757"/>
                  <a:pt x="0" y="702499"/>
                </a:cubicBezTo>
                <a:lnTo>
                  <a:pt x="0" y="110917"/>
                </a:lnTo>
                <a:cubicBezTo>
                  <a:pt x="0" y="49700"/>
                  <a:pt x="49700" y="0"/>
                  <a:pt x="110917" y="0"/>
                </a:cubicBezTo>
                <a:close/>
              </a:path>
            </a:pathLst>
          </a:custGeom>
          <a:solidFill>
            <a:srgbClr val="F5F7FA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62578" y="4953176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11554" y="11554"/>
                </a:moveTo>
                <a:cubicBezTo>
                  <a:pt x="17945" y="11554"/>
                  <a:pt x="23108" y="16717"/>
                  <a:pt x="23108" y="23108"/>
                </a:cubicBezTo>
                <a:lnTo>
                  <a:pt x="23108" y="144428"/>
                </a:lnTo>
                <a:cubicBezTo>
                  <a:pt x="23108" y="147605"/>
                  <a:pt x="25708" y="150205"/>
                  <a:pt x="28886" y="150205"/>
                </a:cubicBezTo>
                <a:lnTo>
                  <a:pt x="173313" y="150205"/>
                </a:lnTo>
                <a:cubicBezTo>
                  <a:pt x="179704" y="150205"/>
                  <a:pt x="184867" y="155368"/>
                  <a:pt x="184867" y="161759"/>
                </a:cubicBezTo>
                <a:cubicBezTo>
                  <a:pt x="184867" y="168150"/>
                  <a:pt x="179704" y="173313"/>
                  <a:pt x="173313" y="173313"/>
                </a:cubicBezTo>
                <a:lnTo>
                  <a:pt x="28886" y="173313"/>
                </a:lnTo>
                <a:cubicBezTo>
                  <a:pt x="12926" y="173313"/>
                  <a:pt x="0" y="160387"/>
                  <a:pt x="0" y="144428"/>
                </a:cubicBezTo>
                <a:lnTo>
                  <a:pt x="0" y="23108"/>
                </a:lnTo>
                <a:cubicBezTo>
                  <a:pt x="0" y="16717"/>
                  <a:pt x="5163" y="11554"/>
                  <a:pt x="11554" y="11554"/>
                </a:cubicBezTo>
                <a:close/>
                <a:moveTo>
                  <a:pt x="46217" y="34663"/>
                </a:moveTo>
                <a:cubicBezTo>
                  <a:pt x="46217" y="28272"/>
                  <a:pt x="51380" y="23108"/>
                  <a:pt x="57771" y="23108"/>
                </a:cubicBezTo>
                <a:lnTo>
                  <a:pt x="127096" y="23108"/>
                </a:lnTo>
                <a:cubicBezTo>
                  <a:pt x="133487" y="23108"/>
                  <a:pt x="138650" y="28272"/>
                  <a:pt x="138650" y="34663"/>
                </a:cubicBezTo>
                <a:cubicBezTo>
                  <a:pt x="138650" y="41054"/>
                  <a:pt x="133487" y="46217"/>
                  <a:pt x="127096" y="46217"/>
                </a:cubicBezTo>
                <a:lnTo>
                  <a:pt x="57771" y="46217"/>
                </a:lnTo>
                <a:cubicBezTo>
                  <a:pt x="51380" y="46217"/>
                  <a:pt x="46217" y="41054"/>
                  <a:pt x="46217" y="34663"/>
                </a:cubicBezTo>
                <a:close/>
                <a:moveTo>
                  <a:pt x="57771" y="63548"/>
                </a:moveTo>
                <a:lnTo>
                  <a:pt x="103988" y="63548"/>
                </a:lnTo>
                <a:cubicBezTo>
                  <a:pt x="110379" y="63548"/>
                  <a:pt x="115542" y="68711"/>
                  <a:pt x="115542" y="75102"/>
                </a:cubicBezTo>
                <a:cubicBezTo>
                  <a:pt x="115542" y="81493"/>
                  <a:pt x="110379" y="86657"/>
                  <a:pt x="103988" y="86657"/>
                </a:cubicBezTo>
                <a:lnTo>
                  <a:pt x="57771" y="86657"/>
                </a:lnTo>
                <a:cubicBezTo>
                  <a:pt x="51380" y="86657"/>
                  <a:pt x="46217" y="81493"/>
                  <a:pt x="46217" y="75102"/>
                </a:cubicBezTo>
                <a:cubicBezTo>
                  <a:pt x="46217" y="68711"/>
                  <a:pt x="51380" y="63548"/>
                  <a:pt x="57771" y="63548"/>
                </a:cubicBezTo>
                <a:close/>
                <a:moveTo>
                  <a:pt x="57771" y="103988"/>
                </a:moveTo>
                <a:lnTo>
                  <a:pt x="150205" y="103988"/>
                </a:lnTo>
                <a:cubicBezTo>
                  <a:pt x="156596" y="103988"/>
                  <a:pt x="161759" y="109151"/>
                  <a:pt x="161759" y="115542"/>
                </a:cubicBezTo>
                <a:cubicBezTo>
                  <a:pt x="161759" y="121933"/>
                  <a:pt x="156596" y="127096"/>
                  <a:pt x="150205" y="127096"/>
                </a:cubicBezTo>
                <a:lnTo>
                  <a:pt x="57771" y="127096"/>
                </a:lnTo>
                <a:cubicBezTo>
                  <a:pt x="51380" y="127096"/>
                  <a:pt x="46217" y="121933"/>
                  <a:pt x="46217" y="115542"/>
                </a:cubicBezTo>
                <a:cubicBezTo>
                  <a:pt x="46217" y="109151"/>
                  <a:pt x="51380" y="103988"/>
                  <a:pt x="57771" y="103988"/>
                </a:cubicBez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81474" y="4916203"/>
            <a:ext cx="4224218" cy="2588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Output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81474" y="5211990"/>
            <a:ext cx="4214975" cy="2218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Real-time </a:t>
            </a:r>
            <a:r>
              <a:rPr lang="en-US" sz="1165" b="1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traffic congestion score</a:t>
            </a:r>
            <a:r>
              <a:rPr lang="en-US" sz="1165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(0-100) for route optimization.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1575" y="5729619"/>
            <a:ext cx="5176285" cy="813416"/>
          </a:xfrm>
          <a:custGeom>
            <a:avLst/>
            <a:gdLst/>
            <a:ahLst/>
            <a:cxnLst/>
            <a:rect l="l" t="t" r="r" b="b"/>
            <a:pathLst>
              <a:path w="5176285" h="813416">
                <a:moveTo>
                  <a:pt x="110917" y="0"/>
                </a:moveTo>
                <a:lnTo>
                  <a:pt x="5065368" y="0"/>
                </a:lnTo>
                <a:cubicBezTo>
                  <a:pt x="5126626" y="0"/>
                  <a:pt x="5176285" y="49659"/>
                  <a:pt x="5176285" y="110917"/>
                </a:cubicBezTo>
                <a:lnTo>
                  <a:pt x="5176285" y="702499"/>
                </a:lnTo>
                <a:cubicBezTo>
                  <a:pt x="5176285" y="763757"/>
                  <a:pt x="5126626" y="813416"/>
                  <a:pt x="5065368" y="813416"/>
                </a:cubicBezTo>
                <a:lnTo>
                  <a:pt x="110917" y="813416"/>
                </a:lnTo>
                <a:cubicBezTo>
                  <a:pt x="49659" y="813416"/>
                  <a:pt x="0" y="763757"/>
                  <a:pt x="0" y="702499"/>
                </a:cubicBezTo>
                <a:lnTo>
                  <a:pt x="0" y="110917"/>
                </a:lnTo>
                <a:cubicBezTo>
                  <a:pt x="0" y="49700"/>
                  <a:pt x="49700" y="0"/>
                  <a:pt x="110917" y="0"/>
                </a:cubicBezTo>
                <a:close/>
              </a:path>
            </a:pathLst>
          </a:custGeom>
          <a:solidFill>
            <a:srgbClr val="F5F7FA"/>
          </a:solidFill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74132" y="5914486"/>
            <a:ext cx="161759" cy="184867"/>
          </a:xfrm>
          <a:custGeom>
            <a:avLst/>
            <a:gdLst/>
            <a:ahLst/>
            <a:cxnLst/>
            <a:rect l="l" t="t" r="r" b="b"/>
            <a:pathLst>
              <a:path w="161759" h="184867">
                <a:moveTo>
                  <a:pt x="23108" y="11554"/>
                </a:moveTo>
                <a:cubicBezTo>
                  <a:pt x="10363" y="11554"/>
                  <a:pt x="0" y="21917"/>
                  <a:pt x="0" y="34663"/>
                </a:cubicBezTo>
                <a:lnTo>
                  <a:pt x="0" y="150205"/>
                </a:lnTo>
                <a:cubicBezTo>
                  <a:pt x="0" y="162950"/>
                  <a:pt x="10363" y="173313"/>
                  <a:pt x="23108" y="173313"/>
                </a:cubicBezTo>
                <a:lnTo>
                  <a:pt x="138650" y="173313"/>
                </a:lnTo>
                <a:cubicBezTo>
                  <a:pt x="151396" y="173313"/>
                  <a:pt x="161759" y="162950"/>
                  <a:pt x="161759" y="150205"/>
                </a:cubicBezTo>
                <a:lnTo>
                  <a:pt x="161759" y="62573"/>
                </a:lnTo>
                <a:cubicBezTo>
                  <a:pt x="161759" y="56435"/>
                  <a:pt x="159340" y="50550"/>
                  <a:pt x="155007" y="46217"/>
                </a:cubicBezTo>
                <a:lnTo>
                  <a:pt x="127096" y="18306"/>
                </a:lnTo>
                <a:cubicBezTo>
                  <a:pt x="122763" y="13973"/>
                  <a:pt x="116878" y="11554"/>
                  <a:pt x="110740" y="11554"/>
                </a:cubicBezTo>
                <a:lnTo>
                  <a:pt x="23108" y="11554"/>
                </a:lnTo>
                <a:close/>
                <a:moveTo>
                  <a:pt x="34663" y="46217"/>
                </a:moveTo>
                <a:cubicBezTo>
                  <a:pt x="34663" y="39826"/>
                  <a:pt x="39826" y="34663"/>
                  <a:pt x="46217" y="34663"/>
                </a:cubicBezTo>
                <a:lnTo>
                  <a:pt x="103988" y="34663"/>
                </a:lnTo>
                <a:cubicBezTo>
                  <a:pt x="110379" y="34663"/>
                  <a:pt x="115542" y="39826"/>
                  <a:pt x="115542" y="46217"/>
                </a:cubicBezTo>
                <a:lnTo>
                  <a:pt x="115542" y="69325"/>
                </a:lnTo>
                <a:cubicBezTo>
                  <a:pt x="115542" y="75716"/>
                  <a:pt x="110379" y="80879"/>
                  <a:pt x="103988" y="80879"/>
                </a:cubicBezTo>
                <a:lnTo>
                  <a:pt x="46217" y="80879"/>
                </a:lnTo>
                <a:cubicBezTo>
                  <a:pt x="39826" y="80879"/>
                  <a:pt x="34663" y="75716"/>
                  <a:pt x="34663" y="69325"/>
                </a:cubicBezTo>
                <a:lnTo>
                  <a:pt x="34663" y="46217"/>
                </a:lnTo>
                <a:close/>
                <a:moveTo>
                  <a:pt x="80879" y="103988"/>
                </a:moveTo>
                <a:cubicBezTo>
                  <a:pt x="93633" y="103988"/>
                  <a:pt x="103988" y="114342"/>
                  <a:pt x="103988" y="127096"/>
                </a:cubicBezTo>
                <a:cubicBezTo>
                  <a:pt x="103988" y="139850"/>
                  <a:pt x="93633" y="150205"/>
                  <a:pt x="80879" y="150205"/>
                </a:cubicBezTo>
                <a:cubicBezTo>
                  <a:pt x="68126" y="150205"/>
                  <a:pt x="57771" y="139850"/>
                  <a:pt x="57771" y="127096"/>
                </a:cubicBezTo>
                <a:cubicBezTo>
                  <a:pt x="57771" y="114342"/>
                  <a:pt x="68126" y="103988"/>
                  <a:pt x="80879" y="103988"/>
                </a:cubicBezTo>
                <a:close/>
              </a:path>
            </a:pathLst>
          </a:custGeom>
          <a:solidFill>
            <a:srgbClr val="0070C0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81474" y="5877513"/>
            <a:ext cx="2708306" cy="2588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Model Persistence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1474" y="6173300"/>
            <a:ext cx="2699063" cy="2218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Trained model saved as </a:t>
            </a:r>
            <a:r>
              <a:rPr lang="en-US" sz="1020" b="1" dirty="0">
                <a:solidFill>
                  <a:srgbClr val="457B9D"/>
                </a:solidFill>
                <a:highlight>
                  <a:srgbClr val="457B9D">
                    <a:alpha val="10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traffic_dl.h5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07382" y="1220124"/>
            <a:ext cx="5619967" cy="3105771"/>
          </a:xfrm>
          <a:custGeom>
            <a:avLst/>
            <a:gdLst/>
            <a:ahLst/>
            <a:cxnLst/>
            <a:rect l="l" t="t" r="r" b="b"/>
            <a:pathLst>
              <a:path w="5619967" h="3105771">
                <a:moveTo>
                  <a:pt x="147897" y="0"/>
                </a:moveTo>
                <a:lnTo>
                  <a:pt x="5472070" y="0"/>
                </a:lnTo>
                <a:cubicBezTo>
                  <a:pt x="5553751" y="0"/>
                  <a:pt x="5619967" y="66216"/>
                  <a:pt x="5619967" y="147897"/>
                </a:cubicBezTo>
                <a:lnTo>
                  <a:pt x="5619967" y="2957874"/>
                </a:lnTo>
                <a:cubicBezTo>
                  <a:pt x="5619967" y="3039555"/>
                  <a:pt x="5553751" y="3105771"/>
                  <a:pt x="5472070" y="3105771"/>
                </a:cubicBezTo>
                <a:lnTo>
                  <a:pt x="147897" y="3105771"/>
                </a:lnTo>
                <a:cubicBezTo>
                  <a:pt x="66216" y="3105771"/>
                  <a:pt x="0" y="3039555"/>
                  <a:pt x="0" y="2957874"/>
                </a:cubicBezTo>
                <a:lnTo>
                  <a:pt x="0" y="147897"/>
                </a:lnTo>
                <a:cubicBezTo>
                  <a:pt x="0" y="66270"/>
                  <a:pt x="66270" y="0"/>
                  <a:pt x="1478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57B9D">
                  <a:lumMod val="41000"/>
                </a:srgbClr>
              </a:gs>
              <a:gs pos="100000">
                <a:srgbClr val="457B9D">
                  <a:alpha val="80000"/>
                </a:srgbClr>
              </a:gs>
            </a:gsLst>
            <a:lin ang="2700000" scaled="1"/>
          </a:gradFill>
          <a:effectLst>
            <a:outerShdw blurRad="138650" dist="9243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70818" y="1441965"/>
            <a:ext cx="332761" cy="332761"/>
          </a:xfrm>
          <a:custGeom>
            <a:avLst/>
            <a:gdLst/>
            <a:ahLst/>
            <a:cxnLst/>
            <a:rect l="l" t="t" r="r" b="b"/>
            <a:pathLst>
              <a:path w="332761" h="332761">
                <a:moveTo>
                  <a:pt x="41595" y="41595"/>
                </a:moveTo>
                <a:cubicBezTo>
                  <a:pt x="41595" y="30091"/>
                  <a:pt x="32301" y="20798"/>
                  <a:pt x="20798" y="20798"/>
                </a:cubicBezTo>
                <a:cubicBezTo>
                  <a:pt x="9294" y="20798"/>
                  <a:pt x="0" y="30091"/>
                  <a:pt x="0" y="41595"/>
                </a:cubicBezTo>
                <a:lnTo>
                  <a:pt x="0" y="259970"/>
                </a:lnTo>
                <a:cubicBezTo>
                  <a:pt x="0" y="288696"/>
                  <a:pt x="23267" y="311964"/>
                  <a:pt x="51994" y="311964"/>
                </a:cubicBezTo>
                <a:lnTo>
                  <a:pt x="311964" y="311964"/>
                </a:lnTo>
                <a:cubicBezTo>
                  <a:pt x="323467" y="311964"/>
                  <a:pt x="332761" y="302670"/>
                  <a:pt x="332761" y="291166"/>
                </a:cubicBezTo>
                <a:cubicBezTo>
                  <a:pt x="332761" y="279662"/>
                  <a:pt x="323467" y="270368"/>
                  <a:pt x="311964" y="270368"/>
                </a:cubicBezTo>
                <a:lnTo>
                  <a:pt x="51994" y="270368"/>
                </a:lnTo>
                <a:cubicBezTo>
                  <a:pt x="46275" y="270368"/>
                  <a:pt x="41595" y="265689"/>
                  <a:pt x="41595" y="259970"/>
                </a:cubicBezTo>
                <a:lnTo>
                  <a:pt x="41595" y="41595"/>
                </a:lnTo>
                <a:close/>
                <a:moveTo>
                  <a:pt x="305854" y="97879"/>
                </a:moveTo>
                <a:cubicBezTo>
                  <a:pt x="313978" y="89755"/>
                  <a:pt x="313978" y="76561"/>
                  <a:pt x="305854" y="68437"/>
                </a:cubicBezTo>
                <a:cubicBezTo>
                  <a:pt x="297730" y="60313"/>
                  <a:pt x="284537" y="60313"/>
                  <a:pt x="276413" y="68437"/>
                </a:cubicBezTo>
                <a:lnTo>
                  <a:pt x="207976" y="136939"/>
                </a:lnTo>
                <a:lnTo>
                  <a:pt x="170670" y="99698"/>
                </a:lnTo>
                <a:cubicBezTo>
                  <a:pt x="162546" y="91574"/>
                  <a:pt x="149353" y="91574"/>
                  <a:pt x="141229" y="99698"/>
                </a:cubicBezTo>
                <a:lnTo>
                  <a:pt x="78836" y="162091"/>
                </a:lnTo>
                <a:cubicBezTo>
                  <a:pt x="70712" y="170215"/>
                  <a:pt x="70712" y="183409"/>
                  <a:pt x="78836" y="191533"/>
                </a:cubicBezTo>
                <a:cubicBezTo>
                  <a:pt x="86960" y="199657"/>
                  <a:pt x="100153" y="199657"/>
                  <a:pt x="108277" y="191533"/>
                </a:cubicBezTo>
                <a:lnTo>
                  <a:pt x="155982" y="143828"/>
                </a:lnTo>
                <a:lnTo>
                  <a:pt x="193287" y="181134"/>
                </a:lnTo>
                <a:cubicBezTo>
                  <a:pt x="201412" y="189258"/>
                  <a:pt x="214605" y="189258"/>
                  <a:pt x="222729" y="181134"/>
                </a:cubicBezTo>
                <a:lnTo>
                  <a:pt x="305919" y="97944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956095" y="1441965"/>
            <a:ext cx="2652846" cy="332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5" b="1" dirty="0">
                <a:solidFill>
                  <a:srgbClr val="FFFFFF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Training Configuration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29223" y="1922620"/>
            <a:ext cx="2532682" cy="1035257"/>
          </a:xfrm>
          <a:custGeom>
            <a:avLst/>
            <a:gdLst/>
            <a:ahLst/>
            <a:cxnLst/>
            <a:rect l="l" t="t" r="r" b="b"/>
            <a:pathLst>
              <a:path w="2532682" h="1035257">
                <a:moveTo>
                  <a:pt x="110917" y="0"/>
                </a:moveTo>
                <a:lnTo>
                  <a:pt x="2421765" y="0"/>
                </a:lnTo>
                <a:cubicBezTo>
                  <a:pt x="2483023" y="0"/>
                  <a:pt x="2532682" y="49659"/>
                  <a:pt x="2532682" y="110917"/>
                </a:cubicBezTo>
                <a:lnTo>
                  <a:pt x="2532682" y="924340"/>
                </a:lnTo>
                <a:cubicBezTo>
                  <a:pt x="2532682" y="985598"/>
                  <a:pt x="2483023" y="1035257"/>
                  <a:pt x="2421765" y="1035257"/>
                </a:cubicBezTo>
                <a:lnTo>
                  <a:pt x="110917" y="1035257"/>
                </a:lnTo>
                <a:cubicBezTo>
                  <a:pt x="49659" y="1035257"/>
                  <a:pt x="0" y="985598"/>
                  <a:pt x="0" y="924340"/>
                </a:cubicBezTo>
                <a:lnTo>
                  <a:pt x="0" y="110917"/>
                </a:lnTo>
                <a:cubicBezTo>
                  <a:pt x="0" y="49659"/>
                  <a:pt x="49659" y="0"/>
                  <a:pt x="11091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66197" y="2070514"/>
            <a:ext cx="2458735" cy="4436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95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35522" y="2551169"/>
            <a:ext cx="2320085" cy="2588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Epochs Trained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70746" y="1922620"/>
            <a:ext cx="2532682" cy="1035257"/>
          </a:xfrm>
          <a:custGeom>
            <a:avLst/>
            <a:gdLst/>
            <a:ahLst/>
            <a:cxnLst/>
            <a:rect l="l" t="t" r="r" b="b"/>
            <a:pathLst>
              <a:path w="2532682" h="1035257">
                <a:moveTo>
                  <a:pt x="110917" y="0"/>
                </a:moveTo>
                <a:lnTo>
                  <a:pt x="2421765" y="0"/>
                </a:lnTo>
                <a:cubicBezTo>
                  <a:pt x="2483023" y="0"/>
                  <a:pt x="2532682" y="49659"/>
                  <a:pt x="2532682" y="110917"/>
                </a:cubicBezTo>
                <a:lnTo>
                  <a:pt x="2532682" y="924340"/>
                </a:lnTo>
                <a:cubicBezTo>
                  <a:pt x="2532682" y="985598"/>
                  <a:pt x="2483023" y="1035257"/>
                  <a:pt x="2421765" y="1035257"/>
                </a:cubicBezTo>
                <a:lnTo>
                  <a:pt x="110917" y="1035257"/>
                </a:lnTo>
                <a:cubicBezTo>
                  <a:pt x="49659" y="1035257"/>
                  <a:pt x="0" y="985598"/>
                  <a:pt x="0" y="924340"/>
                </a:cubicBezTo>
                <a:lnTo>
                  <a:pt x="0" y="110917"/>
                </a:lnTo>
                <a:cubicBezTo>
                  <a:pt x="0" y="49659"/>
                  <a:pt x="49659" y="0"/>
                  <a:pt x="11091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107720" y="2070514"/>
            <a:ext cx="2458735" cy="4436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95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MSE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77045" y="2551169"/>
            <a:ext cx="2320085" cy="2588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Loss Function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9223" y="3068798"/>
            <a:ext cx="2532682" cy="1035257"/>
          </a:xfrm>
          <a:custGeom>
            <a:avLst/>
            <a:gdLst/>
            <a:ahLst/>
            <a:cxnLst/>
            <a:rect l="l" t="t" r="r" b="b"/>
            <a:pathLst>
              <a:path w="2532682" h="1035257">
                <a:moveTo>
                  <a:pt x="110917" y="0"/>
                </a:moveTo>
                <a:lnTo>
                  <a:pt x="2421765" y="0"/>
                </a:lnTo>
                <a:cubicBezTo>
                  <a:pt x="2483023" y="0"/>
                  <a:pt x="2532682" y="49659"/>
                  <a:pt x="2532682" y="110917"/>
                </a:cubicBezTo>
                <a:lnTo>
                  <a:pt x="2532682" y="924340"/>
                </a:lnTo>
                <a:cubicBezTo>
                  <a:pt x="2532682" y="985598"/>
                  <a:pt x="2483023" y="1035257"/>
                  <a:pt x="2421765" y="1035257"/>
                </a:cubicBezTo>
                <a:lnTo>
                  <a:pt x="110917" y="1035257"/>
                </a:lnTo>
                <a:cubicBezTo>
                  <a:pt x="49659" y="1035257"/>
                  <a:pt x="0" y="985598"/>
                  <a:pt x="0" y="924340"/>
                </a:cubicBezTo>
                <a:lnTo>
                  <a:pt x="0" y="110917"/>
                </a:lnTo>
                <a:cubicBezTo>
                  <a:pt x="0" y="49659"/>
                  <a:pt x="49659" y="0"/>
                  <a:pt x="11091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66197" y="3216691"/>
            <a:ext cx="2458735" cy="4436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95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Adam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35522" y="3697346"/>
            <a:ext cx="2320085" cy="2588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Optimizer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070746" y="3068798"/>
            <a:ext cx="2532682" cy="1035257"/>
          </a:xfrm>
          <a:custGeom>
            <a:avLst/>
            <a:gdLst/>
            <a:ahLst/>
            <a:cxnLst/>
            <a:rect l="l" t="t" r="r" b="b"/>
            <a:pathLst>
              <a:path w="2532682" h="1035257">
                <a:moveTo>
                  <a:pt x="110917" y="0"/>
                </a:moveTo>
                <a:lnTo>
                  <a:pt x="2421765" y="0"/>
                </a:lnTo>
                <a:cubicBezTo>
                  <a:pt x="2483023" y="0"/>
                  <a:pt x="2532682" y="49659"/>
                  <a:pt x="2532682" y="110917"/>
                </a:cubicBezTo>
                <a:lnTo>
                  <a:pt x="2532682" y="924340"/>
                </a:lnTo>
                <a:cubicBezTo>
                  <a:pt x="2532682" y="985598"/>
                  <a:pt x="2483023" y="1035257"/>
                  <a:pt x="2421765" y="1035257"/>
                </a:cubicBezTo>
                <a:lnTo>
                  <a:pt x="110917" y="1035257"/>
                </a:lnTo>
                <a:cubicBezTo>
                  <a:pt x="49659" y="1035257"/>
                  <a:pt x="0" y="985598"/>
                  <a:pt x="0" y="924340"/>
                </a:cubicBezTo>
                <a:lnTo>
                  <a:pt x="0" y="110917"/>
                </a:lnTo>
                <a:cubicBezTo>
                  <a:pt x="0" y="49659"/>
                  <a:pt x="49659" y="0"/>
                  <a:pt x="11091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107720" y="3216691"/>
            <a:ext cx="2458735" cy="4436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95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High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77045" y="3697346"/>
            <a:ext cx="2320085" cy="2588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Accuracy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25869" y="4510763"/>
            <a:ext cx="5601480" cy="2347815"/>
          </a:xfrm>
          <a:custGeom>
            <a:avLst/>
            <a:gdLst/>
            <a:ahLst/>
            <a:cxnLst/>
            <a:rect l="l" t="t" r="r" b="b"/>
            <a:pathLst>
              <a:path w="5601480" h="2347815">
                <a:moveTo>
                  <a:pt x="36973" y="0"/>
                </a:moveTo>
                <a:lnTo>
                  <a:pt x="5453591" y="0"/>
                </a:lnTo>
                <a:cubicBezTo>
                  <a:pt x="5535268" y="0"/>
                  <a:pt x="5601480" y="66212"/>
                  <a:pt x="5601480" y="147889"/>
                </a:cubicBezTo>
                <a:lnTo>
                  <a:pt x="5601480" y="2199926"/>
                </a:lnTo>
                <a:cubicBezTo>
                  <a:pt x="5601480" y="2281603"/>
                  <a:pt x="5535268" y="2347815"/>
                  <a:pt x="5453591" y="2347815"/>
                </a:cubicBezTo>
                <a:lnTo>
                  <a:pt x="36973" y="2347815"/>
                </a:lnTo>
                <a:cubicBezTo>
                  <a:pt x="16554" y="2347815"/>
                  <a:pt x="0" y="2331261"/>
                  <a:pt x="0" y="2310842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8650" dist="9243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225869" y="4510763"/>
            <a:ext cx="36973" cy="2347815"/>
          </a:xfrm>
          <a:custGeom>
            <a:avLst/>
            <a:gdLst/>
            <a:ahLst/>
            <a:cxnLst/>
            <a:rect l="l" t="t" r="r" b="b"/>
            <a:pathLst>
              <a:path w="36973" h="2347815">
                <a:moveTo>
                  <a:pt x="36973" y="0"/>
                </a:moveTo>
                <a:lnTo>
                  <a:pt x="36973" y="0"/>
                </a:lnTo>
                <a:lnTo>
                  <a:pt x="36973" y="2347815"/>
                </a:lnTo>
                <a:lnTo>
                  <a:pt x="36973" y="2347815"/>
                </a:lnTo>
                <a:cubicBezTo>
                  <a:pt x="16554" y="2347815"/>
                  <a:pt x="0" y="2331261"/>
                  <a:pt x="0" y="2310842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429223" y="4695629"/>
            <a:ext cx="1899512" cy="3327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5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Key Advantage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66197" y="5176172"/>
            <a:ext cx="5222502" cy="5453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0" b="1" dirty="0">
                <a:solidFill>
                  <a:srgbClr val="1D355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LSTM networks</a:t>
            </a:r>
            <a:r>
              <a:rPr lang="en-US" sz="1310" dirty="0">
                <a:solidFill>
                  <a:srgbClr val="1D355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excel at learning long-term temporal dependencies in sequential traffic data.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84683" y="5864803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73947" y="147894"/>
                </a:moveTo>
                <a:cubicBezTo>
                  <a:pt x="114759" y="147894"/>
                  <a:pt x="147894" y="114759"/>
                  <a:pt x="147894" y="73947"/>
                </a:cubicBezTo>
                <a:cubicBezTo>
                  <a:pt x="147894" y="33135"/>
                  <a:pt x="114759" y="0"/>
                  <a:pt x="73947" y="0"/>
                </a:cubicBezTo>
                <a:cubicBezTo>
                  <a:pt x="33135" y="0"/>
                  <a:pt x="0" y="33135"/>
                  <a:pt x="0" y="73947"/>
                </a:cubicBezTo>
                <a:cubicBezTo>
                  <a:pt x="0" y="114759"/>
                  <a:pt x="33135" y="147894"/>
                  <a:pt x="73947" y="147894"/>
                </a:cubicBezTo>
                <a:close/>
                <a:moveTo>
                  <a:pt x="98326" y="61439"/>
                </a:moveTo>
                <a:lnTo>
                  <a:pt x="75218" y="98413"/>
                </a:lnTo>
                <a:cubicBezTo>
                  <a:pt x="74005" y="100348"/>
                  <a:pt x="71925" y="101561"/>
                  <a:pt x="69643" y="101677"/>
                </a:cubicBezTo>
                <a:cubicBezTo>
                  <a:pt x="67361" y="101793"/>
                  <a:pt x="65166" y="100753"/>
                  <a:pt x="63808" y="98904"/>
                </a:cubicBezTo>
                <a:lnTo>
                  <a:pt x="49943" y="80417"/>
                </a:lnTo>
                <a:cubicBezTo>
                  <a:pt x="47632" y="77355"/>
                  <a:pt x="48268" y="73023"/>
                  <a:pt x="51330" y="70712"/>
                </a:cubicBezTo>
                <a:cubicBezTo>
                  <a:pt x="54391" y="68401"/>
                  <a:pt x="58724" y="69036"/>
                  <a:pt x="61035" y="72098"/>
                </a:cubicBezTo>
                <a:lnTo>
                  <a:pt x="68834" y="82497"/>
                </a:lnTo>
                <a:lnTo>
                  <a:pt x="86570" y="54103"/>
                </a:lnTo>
                <a:cubicBezTo>
                  <a:pt x="88592" y="50867"/>
                  <a:pt x="92867" y="49856"/>
                  <a:pt x="96131" y="51907"/>
                </a:cubicBezTo>
                <a:cubicBezTo>
                  <a:pt x="99395" y="53958"/>
                  <a:pt x="100377" y="58204"/>
                  <a:pt x="98326" y="61468"/>
                </a:cubicBez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725011" y="5827830"/>
            <a:ext cx="2754523" cy="2218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Captures rush hour and weekend patterns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84683" y="6160591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73947" y="147894"/>
                </a:moveTo>
                <a:cubicBezTo>
                  <a:pt x="114759" y="147894"/>
                  <a:pt x="147894" y="114759"/>
                  <a:pt x="147894" y="73947"/>
                </a:cubicBezTo>
                <a:cubicBezTo>
                  <a:pt x="147894" y="33135"/>
                  <a:pt x="114759" y="0"/>
                  <a:pt x="73947" y="0"/>
                </a:cubicBezTo>
                <a:cubicBezTo>
                  <a:pt x="33135" y="0"/>
                  <a:pt x="0" y="33135"/>
                  <a:pt x="0" y="73947"/>
                </a:cubicBezTo>
                <a:cubicBezTo>
                  <a:pt x="0" y="114759"/>
                  <a:pt x="33135" y="147894"/>
                  <a:pt x="73947" y="147894"/>
                </a:cubicBezTo>
                <a:close/>
                <a:moveTo>
                  <a:pt x="98326" y="61439"/>
                </a:moveTo>
                <a:lnTo>
                  <a:pt x="75218" y="98413"/>
                </a:lnTo>
                <a:cubicBezTo>
                  <a:pt x="74005" y="100348"/>
                  <a:pt x="71925" y="101561"/>
                  <a:pt x="69643" y="101677"/>
                </a:cubicBezTo>
                <a:cubicBezTo>
                  <a:pt x="67361" y="101793"/>
                  <a:pt x="65166" y="100753"/>
                  <a:pt x="63808" y="98904"/>
                </a:cubicBezTo>
                <a:lnTo>
                  <a:pt x="49943" y="80417"/>
                </a:lnTo>
                <a:cubicBezTo>
                  <a:pt x="47632" y="77355"/>
                  <a:pt x="48268" y="73023"/>
                  <a:pt x="51330" y="70712"/>
                </a:cubicBezTo>
                <a:cubicBezTo>
                  <a:pt x="54391" y="68401"/>
                  <a:pt x="58724" y="69036"/>
                  <a:pt x="61035" y="72098"/>
                </a:cubicBezTo>
                <a:lnTo>
                  <a:pt x="68834" y="82497"/>
                </a:lnTo>
                <a:lnTo>
                  <a:pt x="86570" y="54103"/>
                </a:lnTo>
                <a:cubicBezTo>
                  <a:pt x="88592" y="50867"/>
                  <a:pt x="92867" y="49856"/>
                  <a:pt x="96131" y="51907"/>
                </a:cubicBezTo>
                <a:cubicBezTo>
                  <a:pt x="99395" y="53958"/>
                  <a:pt x="100377" y="58204"/>
                  <a:pt x="98326" y="61468"/>
                </a:cubicBez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725011" y="6123617"/>
            <a:ext cx="1950350" cy="2218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Adapts to weather conditions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84683" y="6456378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73947" y="147894"/>
                </a:moveTo>
                <a:cubicBezTo>
                  <a:pt x="114759" y="147894"/>
                  <a:pt x="147894" y="114759"/>
                  <a:pt x="147894" y="73947"/>
                </a:cubicBezTo>
                <a:cubicBezTo>
                  <a:pt x="147894" y="33135"/>
                  <a:pt x="114759" y="0"/>
                  <a:pt x="73947" y="0"/>
                </a:cubicBezTo>
                <a:cubicBezTo>
                  <a:pt x="33135" y="0"/>
                  <a:pt x="0" y="33135"/>
                  <a:pt x="0" y="73947"/>
                </a:cubicBezTo>
                <a:cubicBezTo>
                  <a:pt x="0" y="114759"/>
                  <a:pt x="33135" y="147894"/>
                  <a:pt x="73947" y="147894"/>
                </a:cubicBezTo>
                <a:close/>
                <a:moveTo>
                  <a:pt x="98326" y="61439"/>
                </a:moveTo>
                <a:lnTo>
                  <a:pt x="75218" y="98413"/>
                </a:lnTo>
                <a:cubicBezTo>
                  <a:pt x="74005" y="100348"/>
                  <a:pt x="71925" y="101561"/>
                  <a:pt x="69643" y="101677"/>
                </a:cubicBezTo>
                <a:cubicBezTo>
                  <a:pt x="67361" y="101793"/>
                  <a:pt x="65166" y="100753"/>
                  <a:pt x="63808" y="98904"/>
                </a:cubicBezTo>
                <a:lnTo>
                  <a:pt x="49943" y="80417"/>
                </a:lnTo>
                <a:cubicBezTo>
                  <a:pt x="47632" y="77355"/>
                  <a:pt x="48268" y="73023"/>
                  <a:pt x="51330" y="70712"/>
                </a:cubicBezTo>
                <a:cubicBezTo>
                  <a:pt x="54391" y="68401"/>
                  <a:pt x="58724" y="69036"/>
                  <a:pt x="61035" y="72098"/>
                </a:cubicBezTo>
                <a:lnTo>
                  <a:pt x="68834" y="82497"/>
                </a:lnTo>
                <a:lnTo>
                  <a:pt x="86570" y="54103"/>
                </a:lnTo>
                <a:cubicBezTo>
                  <a:pt x="88592" y="50867"/>
                  <a:pt x="92867" y="49856"/>
                  <a:pt x="96131" y="51907"/>
                </a:cubicBezTo>
                <a:cubicBezTo>
                  <a:pt x="99395" y="53958"/>
                  <a:pt x="100377" y="58204"/>
                  <a:pt x="98326" y="61468"/>
                </a:cubicBez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725011" y="6419405"/>
            <a:ext cx="2310842" cy="2218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Real-time inference in milliseconds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850" y="374850"/>
            <a:ext cx="11517270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kern="0" spc="59" dirty="0">
                <a:solidFill>
                  <a:schemeClr val="accent5">
                    <a:lumMod val="5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Intelligent</a:t>
            </a:r>
            <a:r>
              <a:rPr lang="en-US" sz="1180" b="1" kern="0" spc="59" dirty="0">
                <a:solidFill>
                  <a:srgbClr val="E6394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en-US" sz="1180" b="1" kern="0" spc="59" dirty="0">
                <a:solidFill>
                  <a:schemeClr val="accent5">
                    <a:lumMod val="5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Agent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74850" y="637245"/>
            <a:ext cx="11667210" cy="449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4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Smart Vehicle Dispatch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2347" y="1244502"/>
            <a:ext cx="5609632" cy="2732657"/>
          </a:xfrm>
          <a:custGeom>
            <a:avLst/>
            <a:gdLst/>
            <a:ahLst/>
            <a:cxnLst/>
            <a:rect l="l" t="t" r="r" b="b"/>
            <a:pathLst>
              <a:path w="5609632" h="2732657">
                <a:moveTo>
                  <a:pt x="149941" y="0"/>
                </a:moveTo>
                <a:lnTo>
                  <a:pt x="5459691" y="0"/>
                </a:lnTo>
                <a:cubicBezTo>
                  <a:pt x="5542501" y="0"/>
                  <a:pt x="5609632" y="67131"/>
                  <a:pt x="5609632" y="149941"/>
                </a:cubicBezTo>
                <a:lnTo>
                  <a:pt x="5609632" y="2582716"/>
                </a:lnTo>
                <a:cubicBezTo>
                  <a:pt x="5609632" y="2665527"/>
                  <a:pt x="5542501" y="2732657"/>
                  <a:pt x="5459691" y="2732657"/>
                </a:cubicBezTo>
                <a:lnTo>
                  <a:pt x="149941" y="2732657"/>
                </a:lnTo>
                <a:cubicBezTo>
                  <a:pt x="67186" y="2732657"/>
                  <a:pt x="0" y="2665471"/>
                  <a:pt x="0" y="2582716"/>
                </a:cubicBezTo>
                <a:lnTo>
                  <a:pt x="0" y="149941"/>
                </a:lnTo>
                <a:cubicBezTo>
                  <a:pt x="0" y="67186"/>
                  <a:pt x="67186" y="0"/>
                  <a:pt x="149941" y="0"/>
                </a:cubicBezTo>
                <a:close/>
              </a:path>
            </a:pathLst>
          </a:custGeom>
          <a:solidFill>
            <a:schemeClr val="bg1"/>
          </a:solidFill>
          <a:ln w="20320">
            <a:solidFill>
              <a:schemeClr val="bg2">
                <a:alpha val="30196"/>
              </a:schemeClr>
            </a:solidFill>
            <a:prstDash val="solid"/>
          </a:ln>
          <a:effectLst>
            <a:outerShdw blurRad="140569" dist="9371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14754" y="1476910"/>
            <a:ext cx="599760" cy="599760"/>
          </a:xfrm>
          <a:custGeom>
            <a:avLst/>
            <a:gdLst/>
            <a:ahLst/>
            <a:cxnLst/>
            <a:rect l="l" t="t" r="r" b="b"/>
            <a:pathLst>
              <a:path w="599760" h="599760">
                <a:moveTo>
                  <a:pt x="112455" y="0"/>
                </a:moveTo>
                <a:lnTo>
                  <a:pt x="487305" y="0"/>
                </a:lnTo>
                <a:cubicBezTo>
                  <a:pt x="549412" y="0"/>
                  <a:pt x="599760" y="50348"/>
                  <a:pt x="599760" y="112455"/>
                </a:cubicBezTo>
                <a:lnTo>
                  <a:pt x="599760" y="487305"/>
                </a:lnTo>
                <a:cubicBezTo>
                  <a:pt x="599760" y="549412"/>
                  <a:pt x="549412" y="599760"/>
                  <a:pt x="487305" y="599760"/>
                </a:cubicBezTo>
                <a:lnTo>
                  <a:pt x="112455" y="599760"/>
                </a:lnTo>
                <a:cubicBezTo>
                  <a:pt x="50348" y="599760"/>
                  <a:pt x="0" y="549412"/>
                  <a:pt x="0" y="48730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1266" y="1636222"/>
            <a:ext cx="351422" cy="281138"/>
          </a:xfrm>
          <a:custGeom>
            <a:avLst/>
            <a:gdLst/>
            <a:ahLst/>
            <a:cxnLst/>
            <a:rect l="l" t="t" r="r" b="b"/>
            <a:pathLst>
              <a:path w="351422" h="281138">
                <a:moveTo>
                  <a:pt x="291680" y="-12300"/>
                </a:moveTo>
                <a:lnTo>
                  <a:pt x="314083" y="17571"/>
                </a:lnTo>
                <a:lnTo>
                  <a:pt x="338244" y="17571"/>
                </a:lnTo>
                <a:cubicBezTo>
                  <a:pt x="345547" y="17571"/>
                  <a:pt x="351422" y="23446"/>
                  <a:pt x="351422" y="30749"/>
                </a:cubicBezTo>
                <a:cubicBezTo>
                  <a:pt x="351422" y="38052"/>
                  <a:pt x="345547" y="43928"/>
                  <a:pt x="338244" y="43928"/>
                </a:cubicBezTo>
                <a:lnTo>
                  <a:pt x="307494" y="43928"/>
                </a:lnTo>
                <a:cubicBezTo>
                  <a:pt x="303321" y="43928"/>
                  <a:pt x="299423" y="41951"/>
                  <a:pt x="296952" y="38656"/>
                </a:cubicBezTo>
                <a:lnTo>
                  <a:pt x="283718" y="21030"/>
                </a:lnTo>
                <a:lnTo>
                  <a:pt x="257911" y="75885"/>
                </a:lnTo>
                <a:cubicBezTo>
                  <a:pt x="255879" y="80168"/>
                  <a:pt x="251706" y="83078"/>
                  <a:pt x="246984" y="83408"/>
                </a:cubicBezTo>
                <a:cubicBezTo>
                  <a:pt x="242262" y="83737"/>
                  <a:pt x="237704" y="81541"/>
                  <a:pt x="235068" y="77587"/>
                </a:cubicBezTo>
                <a:lnTo>
                  <a:pt x="212610" y="43928"/>
                </a:lnTo>
                <a:lnTo>
                  <a:pt x="188889" y="43928"/>
                </a:lnTo>
                <a:cubicBezTo>
                  <a:pt x="181586" y="43928"/>
                  <a:pt x="175711" y="38052"/>
                  <a:pt x="175711" y="30749"/>
                </a:cubicBezTo>
                <a:cubicBezTo>
                  <a:pt x="175711" y="23446"/>
                  <a:pt x="181586" y="17571"/>
                  <a:pt x="188889" y="17571"/>
                </a:cubicBezTo>
                <a:lnTo>
                  <a:pt x="219639" y="17571"/>
                </a:lnTo>
                <a:cubicBezTo>
                  <a:pt x="224032" y="17571"/>
                  <a:pt x="228150" y="19767"/>
                  <a:pt x="230621" y="23446"/>
                </a:cubicBezTo>
                <a:lnTo>
                  <a:pt x="244019" y="43543"/>
                </a:lnTo>
                <a:lnTo>
                  <a:pt x="269222" y="-9994"/>
                </a:lnTo>
                <a:cubicBezTo>
                  <a:pt x="271199" y="-14167"/>
                  <a:pt x="275207" y="-17022"/>
                  <a:pt x="279820" y="-17516"/>
                </a:cubicBezTo>
                <a:cubicBezTo>
                  <a:pt x="284432" y="-18010"/>
                  <a:pt x="288935" y="-16034"/>
                  <a:pt x="291680" y="-12300"/>
                </a:cubicBezTo>
                <a:close/>
                <a:moveTo>
                  <a:pt x="175711" y="87855"/>
                </a:moveTo>
                <a:cubicBezTo>
                  <a:pt x="175711" y="78136"/>
                  <a:pt x="183563" y="70284"/>
                  <a:pt x="193282" y="70284"/>
                </a:cubicBezTo>
                <a:lnTo>
                  <a:pt x="198499" y="70284"/>
                </a:lnTo>
                <a:lnTo>
                  <a:pt x="213104" y="92193"/>
                </a:lnTo>
                <a:cubicBezTo>
                  <a:pt x="221011" y="104054"/>
                  <a:pt x="234684" y="110753"/>
                  <a:pt x="248906" y="109710"/>
                </a:cubicBezTo>
                <a:cubicBezTo>
                  <a:pt x="263127" y="108666"/>
                  <a:pt x="275702" y="100045"/>
                  <a:pt x="281742" y="87142"/>
                </a:cubicBezTo>
                <a:lnTo>
                  <a:pt x="289374" y="70943"/>
                </a:lnTo>
                <a:cubicBezTo>
                  <a:pt x="314578" y="74897"/>
                  <a:pt x="333851" y="96696"/>
                  <a:pt x="333851" y="122998"/>
                </a:cubicBezTo>
                <a:lnTo>
                  <a:pt x="333851" y="245995"/>
                </a:lnTo>
                <a:cubicBezTo>
                  <a:pt x="333851" y="255714"/>
                  <a:pt x="325999" y="263566"/>
                  <a:pt x="316280" y="263566"/>
                </a:cubicBezTo>
                <a:cubicBezTo>
                  <a:pt x="306561" y="263566"/>
                  <a:pt x="298709" y="255714"/>
                  <a:pt x="298709" y="245995"/>
                </a:cubicBezTo>
                <a:lnTo>
                  <a:pt x="298709" y="210853"/>
                </a:lnTo>
                <a:lnTo>
                  <a:pt x="52713" y="210853"/>
                </a:lnTo>
                <a:lnTo>
                  <a:pt x="52713" y="245995"/>
                </a:lnTo>
                <a:cubicBezTo>
                  <a:pt x="52713" y="255714"/>
                  <a:pt x="44861" y="263566"/>
                  <a:pt x="35142" y="263566"/>
                </a:cubicBezTo>
                <a:cubicBezTo>
                  <a:pt x="25423" y="263566"/>
                  <a:pt x="17571" y="255714"/>
                  <a:pt x="17571" y="245995"/>
                </a:cubicBezTo>
                <a:lnTo>
                  <a:pt x="17571" y="35142"/>
                </a:lnTo>
                <a:cubicBezTo>
                  <a:pt x="17571" y="25423"/>
                  <a:pt x="25423" y="17571"/>
                  <a:pt x="35142" y="17571"/>
                </a:cubicBezTo>
                <a:cubicBezTo>
                  <a:pt x="44861" y="17571"/>
                  <a:pt x="52713" y="25423"/>
                  <a:pt x="52713" y="35142"/>
                </a:cubicBezTo>
                <a:lnTo>
                  <a:pt x="52713" y="158140"/>
                </a:lnTo>
                <a:lnTo>
                  <a:pt x="175711" y="158140"/>
                </a:lnTo>
                <a:lnTo>
                  <a:pt x="175711" y="87855"/>
                </a:lnTo>
                <a:close/>
                <a:moveTo>
                  <a:pt x="79070" y="105427"/>
                </a:moveTo>
                <a:cubicBezTo>
                  <a:pt x="79070" y="86031"/>
                  <a:pt x="94817" y="70284"/>
                  <a:pt x="114212" y="70284"/>
                </a:cubicBezTo>
                <a:cubicBezTo>
                  <a:pt x="133608" y="70284"/>
                  <a:pt x="149354" y="86031"/>
                  <a:pt x="149354" y="105427"/>
                </a:cubicBezTo>
                <a:cubicBezTo>
                  <a:pt x="149354" y="124822"/>
                  <a:pt x="133608" y="140569"/>
                  <a:pt x="114212" y="140569"/>
                </a:cubicBezTo>
                <a:cubicBezTo>
                  <a:pt x="94817" y="140569"/>
                  <a:pt x="79070" y="124822"/>
                  <a:pt x="79070" y="10542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26969" y="1514395"/>
            <a:ext cx="1892993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ICU Emergency Unit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6969" y="1814157"/>
            <a:ext cx="1855508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chemeClr val="accent5">
                    <a:lumMod val="5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Critical Response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14754" y="2226611"/>
            <a:ext cx="5144818" cy="918383"/>
          </a:xfrm>
          <a:custGeom>
            <a:avLst/>
            <a:gdLst/>
            <a:ahLst/>
            <a:cxnLst/>
            <a:rect l="l" t="t" r="r" b="b"/>
            <a:pathLst>
              <a:path w="5144818" h="918383">
                <a:moveTo>
                  <a:pt x="112456" y="0"/>
                </a:moveTo>
                <a:lnTo>
                  <a:pt x="5032362" y="0"/>
                </a:lnTo>
                <a:cubicBezTo>
                  <a:pt x="5094470" y="0"/>
                  <a:pt x="5144818" y="50348"/>
                  <a:pt x="5144818" y="112456"/>
                </a:cubicBezTo>
                <a:lnTo>
                  <a:pt x="5144818" y="805927"/>
                </a:lnTo>
                <a:cubicBezTo>
                  <a:pt x="5144818" y="868035"/>
                  <a:pt x="5094470" y="918383"/>
                  <a:pt x="5032362" y="918383"/>
                </a:cubicBezTo>
                <a:lnTo>
                  <a:pt x="112456" y="918383"/>
                </a:lnTo>
                <a:cubicBezTo>
                  <a:pt x="50390" y="918383"/>
                  <a:pt x="0" y="867993"/>
                  <a:pt x="0" y="805927"/>
                </a:cubicBezTo>
                <a:lnTo>
                  <a:pt x="0" y="112456"/>
                </a:lnTo>
                <a:cubicBezTo>
                  <a:pt x="0" y="50390"/>
                  <a:pt x="50390" y="0"/>
                  <a:pt x="112456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783437" y="2414036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147187" y="81588"/>
                </a:moveTo>
                <a:cubicBezTo>
                  <a:pt x="150848" y="77928"/>
                  <a:pt x="150848" y="71983"/>
                  <a:pt x="147187" y="68322"/>
                </a:cubicBezTo>
                <a:lnTo>
                  <a:pt x="100331" y="21466"/>
                </a:lnTo>
                <a:cubicBezTo>
                  <a:pt x="96670" y="17805"/>
                  <a:pt x="90725" y="17805"/>
                  <a:pt x="87065" y="21466"/>
                </a:cubicBezTo>
                <a:cubicBezTo>
                  <a:pt x="83404" y="25127"/>
                  <a:pt x="83404" y="31072"/>
                  <a:pt x="87065" y="34732"/>
                </a:cubicBezTo>
                <a:lnTo>
                  <a:pt x="117931" y="65599"/>
                </a:lnTo>
                <a:lnTo>
                  <a:pt x="9371" y="65599"/>
                </a:lnTo>
                <a:cubicBezTo>
                  <a:pt x="4188" y="65599"/>
                  <a:pt x="0" y="69787"/>
                  <a:pt x="0" y="74970"/>
                </a:cubicBezTo>
                <a:cubicBezTo>
                  <a:pt x="0" y="80153"/>
                  <a:pt x="4188" y="84341"/>
                  <a:pt x="9371" y="84341"/>
                </a:cubicBezTo>
                <a:lnTo>
                  <a:pt x="117931" y="84341"/>
                </a:lnTo>
                <a:lnTo>
                  <a:pt x="87065" y="115208"/>
                </a:lnTo>
                <a:cubicBezTo>
                  <a:pt x="83404" y="118868"/>
                  <a:pt x="83404" y="124813"/>
                  <a:pt x="87065" y="128474"/>
                </a:cubicBezTo>
                <a:cubicBezTo>
                  <a:pt x="90725" y="132135"/>
                  <a:pt x="96670" y="132135"/>
                  <a:pt x="100331" y="128474"/>
                </a:cubicBezTo>
                <a:lnTo>
                  <a:pt x="147187" y="81618"/>
                </a:lnTo>
                <a:close/>
              </a:path>
            </a:pathLst>
          </a:custGeom>
          <a:solidFill>
            <a:srgbClr val="E63946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27089" y="2376551"/>
            <a:ext cx="1986706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Severity &gt; 85</a:t>
            </a:r>
            <a:r>
              <a:rPr lang="en-US" sz="1180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AND </a:t>
            </a:r>
            <a:r>
              <a:rPr lang="en-US" sz="118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Traffic &gt; 70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4694" y="2676431"/>
            <a:ext cx="4844938" cy="93713"/>
          </a:xfrm>
          <a:custGeom>
            <a:avLst/>
            <a:gdLst/>
            <a:ahLst/>
            <a:cxnLst/>
            <a:rect l="l" t="t" r="r" b="b"/>
            <a:pathLst>
              <a:path w="4844938" h="93713">
                <a:moveTo>
                  <a:pt x="46856" y="0"/>
                </a:moveTo>
                <a:lnTo>
                  <a:pt x="4798081" y="0"/>
                </a:lnTo>
                <a:cubicBezTo>
                  <a:pt x="4823959" y="0"/>
                  <a:pt x="4844938" y="20978"/>
                  <a:pt x="4844938" y="46856"/>
                </a:cubicBezTo>
                <a:lnTo>
                  <a:pt x="4844938" y="46856"/>
                </a:lnTo>
                <a:cubicBezTo>
                  <a:pt x="4844938" y="72734"/>
                  <a:pt x="4823959" y="93713"/>
                  <a:pt x="4798081" y="93713"/>
                </a:cubicBezTo>
                <a:lnTo>
                  <a:pt x="46856" y="93713"/>
                </a:lnTo>
                <a:cubicBezTo>
                  <a:pt x="20996" y="93713"/>
                  <a:pt x="0" y="72717"/>
                  <a:pt x="0" y="46856"/>
                </a:cubicBezTo>
                <a:lnTo>
                  <a:pt x="0" y="46856"/>
                </a:lnTo>
                <a:cubicBezTo>
                  <a:pt x="0" y="20996"/>
                  <a:pt x="20996" y="0"/>
                  <a:pt x="46856" y="0"/>
                </a:cubicBezTo>
                <a:close/>
              </a:path>
            </a:pathLst>
          </a:custGeom>
          <a:solidFill>
            <a:srgbClr val="E5E7EB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64694" y="2676431"/>
            <a:ext cx="4367004" cy="93713"/>
          </a:xfrm>
          <a:custGeom>
            <a:avLst/>
            <a:gdLst/>
            <a:ahLst/>
            <a:cxnLst/>
            <a:rect l="l" t="t" r="r" b="b"/>
            <a:pathLst>
              <a:path w="4367004" h="93713">
                <a:moveTo>
                  <a:pt x="46856" y="0"/>
                </a:moveTo>
                <a:lnTo>
                  <a:pt x="4320148" y="0"/>
                </a:lnTo>
                <a:cubicBezTo>
                  <a:pt x="4346026" y="0"/>
                  <a:pt x="4367004" y="20978"/>
                  <a:pt x="4367004" y="46856"/>
                </a:cubicBezTo>
                <a:lnTo>
                  <a:pt x="4367004" y="46856"/>
                </a:lnTo>
                <a:cubicBezTo>
                  <a:pt x="4367004" y="72734"/>
                  <a:pt x="4346026" y="93713"/>
                  <a:pt x="4320148" y="93713"/>
                </a:cubicBezTo>
                <a:lnTo>
                  <a:pt x="46856" y="93713"/>
                </a:lnTo>
                <a:cubicBezTo>
                  <a:pt x="20996" y="93713"/>
                  <a:pt x="0" y="72717"/>
                  <a:pt x="0" y="46856"/>
                </a:cubicBezTo>
                <a:lnTo>
                  <a:pt x="0" y="46856"/>
                </a:lnTo>
                <a:cubicBezTo>
                  <a:pt x="0" y="20996"/>
                  <a:pt x="20996" y="0"/>
                  <a:pt x="46856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64694" y="2807628"/>
            <a:ext cx="4910537" cy="187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1D355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Highest priority dispatch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4754" y="3257448"/>
            <a:ext cx="5219788" cy="487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Specialized ICU vehicle with advanced life support equipment for critical emergencies.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8733" y="1244502"/>
            <a:ext cx="5609632" cy="2732657"/>
          </a:xfrm>
          <a:custGeom>
            <a:avLst/>
            <a:gdLst/>
            <a:ahLst/>
            <a:cxnLst/>
            <a:rect l="l" t="t" r="r" b="b"/>
            <a:pathLst>
              <a:path w="5609632" h="2732657">
                <a:moveTo>
                  <a:pt x="149941" y="0"/>
                </a:moveTo>
                <a:lnTo>
                  <a:pt x="5459691" y="0"/>
                </a:lnTo>
                <a:cubicBezTo>
                  <a:pt x="5542501" y="0"/>
                  <a:pt x="5609632" y="67131"/>
                  <a:pt x="5609632" y="149941"/>
                </a:cubicBezTo>
                <a:lnTo>
                  <a:pt x="5609632" y="2582716"/>
                </a:lnTo>
                <a:cubicBezTo>
                  <a:pt x="5609632" y="2665527"/>
                  <a:pt x="5542501" y="2732657"/>
                  <a:pt x="5459691" y="2732657"/>
                </a:cubicBezTo>
                <a:lnTo>
                  <a:pt x="149941" y="2732657"/>
                </a:lnTo>
                <a:cubicBezTo>
                  <a:pt x="67186" y="2732657"/>
                  <a:pt x="0" y="2665471"/>
                  <a:pt x="0" y="2582716"/>
                </a:cubicBezTo>
                <a:lnTo>
                  <a:pt x="0" y="149941"/>
                </a:lnTo>
                <a:cubicBezTo>
                  <a:pt x="0" y="67186"/>
                  <a:pt x="67186" y="0"/>
                  <a:pt x="149941" y="0"/>
                </a:cubicBezTo>
                <a:close/>
              </a:path>
            </a:pathLst>
          </a:custGeom>
          <a:solidFill>
            <a:schemeClr val="bg1"/>
          </a:solidFill>
          <a:ln w="20320">
            <a:solidFill>
              <a:schemeClr val="bg2">
                <a:alpha val="30196"/>
              </a:schemeClr>
            </a:solidFill>
            <a:prstDash val="solid"/>
          </a:ln>
          <a:effectLst>
            <a:outerShdw blurRad="140569" dist="9371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31140" y="1505024"/>
            <a:ext cx="599760" cy="599760"/>
          </a:xfrm>
          <a:custGeom>
            <a:avLst/>
            <a:gdLst/>
            <a:ahLst/>
            <a:cxnLst/>
            <a:rect l="l" t="t" r="r" b="b"/>
            <a:pathLst>
              <a:path w="599760" h="599760">
                <a:moveTo>
                  <a:pt x="112455" y="0"/>
                </a:moveTo>
                <a:lnTo>
                  <a:pt x="487305" y="0"/>
                </a:lnTo>
                <a:cubicBezTo>
                  <a:pt x="549412" y="0"/>
                  <a:pt x="599760" y="50348"/>
                  <a:pt x="599760" y="112455"/>
                </a:cubicBezTo>
                <a:lnTo>
                  <a:pt x="599760" y="487305"/>
                </a:lnTo>
                <a:cubicBezTo>
                  <a:pt x="599760" y="549412"/>
                  <a:pt x="549412" y="599760"/>
                  <a:pt x="487305" y="599760"/>
                </a:cubicBezTo>
                <a:lnTo>
                  <a:pt x="112455" y="599760"/>
                </a:lnTo>
                <a:cubicBezTo>
                  <a:pt x="50348" y="599760"/>
                  <a:pt x="0" y="549412"/>
                  <a:pt x="0" y="48730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575223" y="1664335"/>
            <a:ext cx="316280" cy="281138"/>
          </a:xfrm>
          <a:custGeom>
            <a:avLst/>
            <a:gdLst/>
            <a:ahLst/>
            <a:cxnLst/>
            <a:rect l="l" t="t" r="r" b="b"/>
            <a:pathLst>
              <a:path w="316280" h="281138">
                <a:moveTo>
                  <a:pt x="35142" y="17571"/>
                </a:moveTo>
                <a:cubicBezTo>
                  <a:pt x="15759" y="17571"/>
                  <a:pt x="0" y="33330"/>
                  <a:pt x="0" y="52713"/>
                </a:cubicBezTo>
                <a:lnTo>
                  <a:pt x="0" y="210853"/>
                </a:lnTo>
                <a:cubicBezTo>
                  <a:pt x="0" y="230236"/>
                  <a:pt x="15759" y="245995"/>
                  <a:pt x="35142" y="245995"/>
                </a:cubicBezTo>
                <a:lnTo>
                  <a:pt x="36954" y="245995"/>
                </a:lnTo>
                <a:cubicBezTo>
                  <a:pt x="42665" y="266257"/>
                  <a:pt x="61334" y="281138"/>
                  <a:pt x="83463" y="281138"/>
                </a:cubicBezTo>
                <a:cubicBezTo>
                  <a:pt x="105591" y="281138"/>
                  <a:pt x="124206" y="266257"/>
                  <a:pt x="129971" y="245995"/>
                </a:cubicBezTo>
                <a:lnTo>
                  <a:pt x="186309" y="245995"/>
                </a:lnTo>
                <a:cubicBezTo>
                  <a:pt x="192019" y="266257"/>
                  <a:pt x="210688" y="281138"/>
                  <a:pt x="232817" y="281138"/>
                </a:cubicBezTo>
                <a:cubicBezTo>
                  <a:pt x="254946" y="281138"/>
                  <a:pt x="273560" y="266257"/>
                  <a:pt x="279326" y="245995"/>
                </a:cubicBezTo>
                <a:lnTo>
                  <a:pt x="281138" y="245995"/>
                </a:lnTo>
                <a:cubicBezTo>
                  <a:pt x="300521" y="245995"/>
                  <a:pt x="316280" y="230236"/>
                  <a:pt x="316280" y="210853"/>
                </a:cubicBezTo>
                <a:lnTo>
                  <a:pt x="316280" y="130301"/>
                </a:lnTo>
                <a:cubicBezTo>
                  <a:pt x="316280" y="120966"/>
                  <a:pt x="312601" y="112016"/>
                  <a:pt x="306012" y="105427"/>
                </a:cubicBezTo>
                <a:lnTo>
                  <a:pt x="281138" y="80553"/>
                </a:lnTo>
                <a:cubicBezTo>
                  <a:pt x="274548" y="73963"/>
                  <a:pt x="265598" y="70284"/>
                  <a:pt x="256263" y="70284"/>
                </a:cubicBezTo>
                <a:lnTo>
                  <a:pt x="228424" y="70284"/>
                </a:lnTo>
                <a:lnTo>
                  <a:pt x="228424" y="52713"/>
                </a:lnTo>
                <a:cubicBezTo>
                  <a:pt x="228424" y="33330"/>
                  <a:pt x="212665" y="17571"/>
                  <a:pt x="193282" y="17571"/>
                </a:cubicBezTo>
                <a:lnTo>
                  <a:pt x="35142" y="17571"/>
                </a:lnTo>
                <a:close/>
                <a:moveTo>
                  <a:pt x="281138" y="130301"/>
                </a:moveTo>
                <a:lnTo>
                  <a:pt x="281138" y="158140"/>
                </a:lnTo>
                <a:lnTo>
                  <a:pt x="228424" y="158140"/>
                </a:lnTo>
                <a:lnTo>
                  <a:pt x="228424" y="105427"/>
                </a:lnTo>
                <a:lnTo>
                  <a:pt x="256263" y="105427"/>
                </a:lnTo>
                <a:lnTo>
                  <a:pt x="281138" y="130301"/>
                </a:lnTo>
                <a:close/>
                <a:moveTo>
                  <a:pt x="83463" y="210853"/>
                </a:moveTo>
                <a:cubicBezTo>
                  <a:pt x="95585" y="210853"/>
                  <a:pt x="105427" y="220695"/>
                  <a:pt x="105427" y="232817"/>
                </a:cubicBezTo>
                <a:cubicBezTo>
                  <a:pt x="105427" y="244939"/>
                  <a:pt x="95585" y="254781"/>
                  <a:pt x="83463" y="254781"/>
                </a:cubicBezTo>
                <a:cubicBezTo>
                  <a:pt x="71341" y="254781"/>
                  <a:pt x="61499" y="244939"/>
                  <a:pt x="61499" y="232817"/>
                </a:cubicBezTo>
                <a:cubicBezTo>
                  <a:pt x="61499" y="220695"/>
                  <a:pt x="71341" y="210853"/>
                  <a:pt x="83463" y="210853"/>
                </a:cubicBezTo>
                <a:close/>
                <a:moveTo>
                  <a:pt x="210853" y="232817"/>
                </a:moveTo>
                <a:cubicBezTo>
                  <a:pt x="210853" y="220695"/>
                  <a:pt x="220695" y="210853"/>
                  <a:pt x="232817" y="210853"/>
                </a:cubicBezTo>
                <a:cubicBezTo>
                  <a:pt x="244939" y="210853"/>
                  <a:pt x="254781" y="220695"/>
                  <a:pt x="254781" y="232817"/>
                </a:cubicBezTo>
                <a:cubicBezTo>
                  <a:pt x="254781" y="244939"/>
                  <a:pt x="244939" y="254781"/>
                  <a:pt x="232817" y="254781"/>
                </a:cubicBezTo>
                <a:cubicBezTo>
                  <a:pt x="220695" y="254781"/>
                  <a:pt x="210853" y="244939"/>
                  <a:pt x="210853" y="232817"/>
                </a:cubicBezTo>
                <a:close/>
                <a:moveTo>
                  <a:pt x="96641" y="74677"/>
                </a:moveTo>
                <a:cubicBezTo>
                  <a:pt x="96641" y="69845"/>
                  <a:pt x="100595" y="65892"/>
                  <a:pt x="105427" y="65892"/>
                </a:cubicBezTo>
                <a:lnTo>
                  <a:pt x="122998" y="65892"/>
                </a:lnTo>
                <a:cubicBezTo>
                  <a:pt x="127830" y="65892"/>
                  <a:pt x="131783" y="69845"/>
                  <a:pt x="131783" y="74677"/>
                </a:cubicBezTo>
                <a:lnTo>
                  <a:pt x="131783" y="96641"/>
                </a:lnTo>
                <a:lnTo>
                  <a:pt x="153747" y="96641"/>
                </a:lnTo>
                <a:cubicBezTo>
                  <a:pt x="158579" y="96641"/>
                  <a:pt x="162533" y="100595"/>
                  <a:pt x="162533" y="105427"/>
                </a:cubicBezTo>
                <a:lnTo>
                  <a:pt x="162533" y="122998"/>
                </a:lnTo>
                <a:cubicBezTo>
                  <a:pt x="162533" y="127830"/>
                  <a:pt x="158579" y="131783"/>
                  <a:pt x="153747" y="131783"/>
                </a:cubicBezTo>
                <a:lnTo>
                  <a:pt x="131783" y="131783"/>
                </a:lnTo>
                <a:lnTo>
                  <a:pt x="131783" y="153747"/>
                </a:lnTo>
                <a:cubicBezTo>
                  <a:pt x="131783" y="158579"/>
                  <a:pt x="127830" y="162533"/>
                  <a:pt x="122998" y="162533"/>
                </a:cubicBezTo>
                <a:lnTo>
                  <a:pt x="105427" y="162533"/>
                </a:lnTo>
                <a:cubicBezTo>
                  <a:pt x="100595" y="162533"/>
                  <a:pt x="96641" y="158579"/>
                  <a:pt x="96641" y="153747"/>
                </a:cubicBezTo>
                <a:lnTo>
                  <a:pt x="96641" y="131783"/>
                </a:lnTo>
                <a:lnTo>
                  <a:pt x="74677" y="131783"/>
                </a:lnTo>
                <a:cubicBezTo>
                  <a:pt x="69845" y="131783"/>
                  <a:pt x="65892" y="127830"/>
                  <a:pt x="65892" y="122998"/>
                </a:cubicBezTo>
                <a:lnTo>
                  <a:pt x="65892" y="105427"/>
                </a:lnTo>
                <a:cubicBezTo>
                  <a:pt x="65892" y="100595"/>
                  <a:pt x="69845" y="96641"/>
                  <a:pt x="74677" y="96641"/>
                </a:cubicBezTo>
                <a:lnTo>
                  <a:pt x="96641" y="96641"/>
                </a:lnTo>
                <a:lnTo>
                  <a:pt x="96641" y="74677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143355" y="1542509"/>
            <a:ext cx="1386945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Ambulance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43355" y="1842270"/>
            <a:ext cx="1349460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457B9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Medical Emergency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31140" y="2254724"/>
            <a:ext cx="5144818" cy="862155"/>
          </a:xfrm>
          <a:custGeom>
            <a:avLst/>
            <a:gdLst/>
            <a:ahLst/>
            <a:cxnLst/>
            <a:rect l="l" t="t" r="r" b="b"/>
            <a:pathLst>
              <a:path w="5144818" h="862155">
                <a:moveTo>
                  <a:pt x="112451" y="0"/>
                </a:moveTo>
                <a:lnTo>
                  <a:pt x="5032367" y="0"/>
                </a:lnTo>
                <a:cubicBezTo>
                  <a:pt x="5094472" y="0"/>
                  <a:pt x="5144818" y="50346"/>
                  <a:pt x="5144818" y="112451"/>
                </a:cubicBezTo>
                <a:lnTo>
                  <a:pt x="5144818" y="749704"/>
                </a:lnTo>
                <a:cubicBezTo>
                  <a:pt x="5144818" y="811809"/>
                  <a:pt x="5094472" y="862155"/>
                  <a:pt x="5032367" y="862155"/>
                </a:cubicBezTo>
                <a:lnTo>
                  <a:pt x="112451" y="862155"/>
                </a:lnTo>
                <a:cubicBezTo>
                  <a:pt x="50346" y="862155"/>
                  <a:pt x="0" y="811809"/>
                  <a:pt x="0" y="749704"/>
                </a:cubicBezTo>
                <a:lnTo>
                  <a:pt x="0" y="112451"/>
                </a:lnTo>
                <a:cubicBezTo>
                  <a:pt x="0" y="50346"/>
                  <a:pt x="50346" y="0"/>
                  <a:pt x="112451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599822" y="2442149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147187" y="81588"/>
                </a:moveTo>
                <a:cubicBezTo>
                  <a:pt x="150848" y="77928"/>
                  <a:pt x="150848" y="71983"/>
                  <a:pt x="147187" y="68322"/>
                </a:cubicBezTo>
                <a:lnTo>
                  <a:pt x="100331" y="21466"/>
                </a:lnTo>
                <a:cubicBezTo>
                  <a:pt x="96670" y="17805"/>
                  <a:pt x="90725" y="17805"/>
                  <a:pt x="87065" y="21466"/>
                </a:cubicBezTo>
                <a:cubicBezTo>
                  <a:pt x="83404" y="25127"/>
                  <a:pt x="83404" y="31072"/>
                  <a:pt x="87065" y="34732"/>
                </a:cubicBezTo>
                <a:lnTo>
                  <a:pt x="117931" y="65599"/>
                </a:lnTo>
                <a:lnTo>
                  <a:pt x="9371" y="65599"/>
                </a:lnTo>
                <a:cubicBezTo>
                  <a:pt x="4188" y="65599"/>
                  <a:pt x="0" y="69787"/>
                  <a:pt x="0" y="74970"/>
                </a:cubicBezTo>
                <a:cubicBezTo>
                  <a:pt x="0" y="80153"/>
                  <a:pt x="4188" y="84341"/>
                  <a:pt x="9371" y="84341"/>
                </a:cubicBezTo>
                <a:lnTo>
                  <a:pt x="117931" y="84341"/>
                </a:lnTo>
                <a:lnTo>
                  <a:pt x="87065" y="115208"/>
                </a:lnTo>
                <a:cubicBezTo>
                  <a:pt x="83404" y="118868"/>
                  <a:pt x="83404" y="124813"/>
                  <a:pt x="87065" y="128474"/>
                </a:cubicBezTo>
                <a:cubicBezTo>
                  <a:pt x="90725" y="132135"/>
                  <a:pt x="96670" y="132135"/>
                  <a:pt x="100331" y="128474"/>
                </a:cubicBezTo>
                <a:lnTo>
                  <a:pt x="147187" y="81618"/>
                </a:ln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43475" y="2434654"/>
            <a:ext cx="1815797" cy="1649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Emergency Type = Medical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1080" y="2704544"/>
            <a:ext cx="552904" cy="262395"/>
          </a:xfrm>
          <a:custGeom>
            <a:avLst/>
            <a:gdLst/>
            <a:ahLst/>
            <a:cxnLst/>
            <a:rect l="l" t="t" r="r" b="b"/>
            <a:pathLst>
              <a:path w="552904" h="262395">
                <a:moveTo>
                  <a:pt x="131198" y="0"/>
                </a:moveTo>
                <a:lnTo>
                  <a:pt x="421706" y="0"/>
                </a:lnTo>
                <a:cubicBezTo>
                  <a:pt x="494116" y="0"/>
                  <a:pt x="552904" y="58788"/>
                  <a:pt x="552904" y="131198"/>
                </a:cubicBezTo>
                <a:lnTo>
                  <a:pt x="552904" y="131198"/>
                </a:lnTo>
                <a:cubicBezTo>
                  <a:pt x="552904" y="203607"/>
                  <a:pt x="494116" y="262395"/>
                  <a:pt x="421706" y="262395"/>
                </a:cubicBezTo>
                <a:lnTo>
                  <a:pt x="131198" y="262395"/>
                </a:lnTo>
                <a:cubicBezTo>
                  <a:pt x="58788" y="262395"/>
                  <a:pt x="0" y="203607"/>
                  <a:pt x="0" y="131198"/>
                </a:cubicBezTo>
                <a:lnTo>
                  <a:pt x="0" y="131198"/>
                </a:lnTo>
                <a:cubicBezTo>
                  <a:pt x="0" y="58788"/>
                  <a:pt x="58788" y="0"/>
                  <a:pt x="131198" y="0"/>
                </a:cubicBezTo>
                <a:close/>
              </a:path>
            </a:pathLst>
          </a:custGeom>
          <a:solidFill>
            <a:srgbClr val="457B9D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581080" y="2704544"/>
            <a:ext cx="618503" cy="262395"/>
          </a:xfrm>
          <a:prstGeom prst="rect">
            <a:avLst/>
          </a:prstGeom>
          <a:noFill/>
        </p:spPr>
        <p:txBody>
          <a:bodyPr wrap="square" lIns="112455" tIns="37485" rIns="112455" bIns="37485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457B9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Injury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04268" y="2704544"/>
            <a:ext cx="581018" cy="262395"/>
          </a:xfrm>
          <a:custGeom>
            <a:avLst/>
            <a:gdLst/>
            <a:ahLst/>
            <a:cxnLst/>
            <a:rect l="l" t="t" r="r" b="b"/>
            <a:pathLst>
              <a:path w="581018" h="262395">
                <a:moveTo>
                  <a:pt x="131198" y="0"/>
                </a:moveTo>
                <a:lnTo>
                  <a:pt x="449820" y="0"/>
                </a:lnTo>
                <a:cubicBezTo>
                  <a:pt x="522230" y="0"/>
                  <a:pt x="581018" y="58788"/>
                  <a:pt x="581018" y="131198"/>
                </a:cubicBezTo>
                <a:lnTo>
                  <a:pt x="581018" y="131198"/>
                </a:lnTo>
                <a:cubicBezTo>
                  <a:pt x="581018" y="203607"/>
                  <a:pt x="522230" y="262395"/>
                  <a:pt x="449820" y="262395"/>
                </a:cubicBezTo>
                <a:lnTo>
                  <a:pt x="131198" y="262395"/>
                </a:lnTo>
                <a:cubicBezTo>
                  <a:pt x="58788" y="262395"/>
                  <a:pt x="0" y="203607"/>
                  <a:pt x="0" y="131198"/>
                </a:cubicBezTo>
                <a:lnTo>
                  <a:pt x="0" y="131198"/>
                </a:lnTo>
                <a:cubicBezTo>
                  <a:pt x="0" y="58788"/>
                  <a:pt x="58788" y="0"/>
                  <a:pt x="131198" y="0"/>
                </a:cubicBezTo>
                <a:close/>
              </a:path>
            </a:pathLst>
          </a:custGeom>
          <a:solidFill>
            <a:srgbClr val="457B9D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204268" y="2704544"/>
            <a:ext cx="646616" cy="262395"/>
          </a:xfrm>
          <a:prstGeom prst="rect">
            <a:avLst/>
          </a:prstGeom>
          <a:noFill/>
        </p:spPr>
        <p:txBody>
          <a:bodyPr wrap="square" lIns="112455" tIns="37485" rIns="112455" bIns="37485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457B9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Illness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857562" y="2704544"/>
            <a:ext cx="721586" cy="262395"/>
          </a:xfrm>
          <a:custGeom>
            <a:avLst/>
            <a:gdLst/>
            <a:ahLst/>
            <a:cxnLst/>
            <a:rect l="l" t="t" r="r" b="b"/>
            <a:pathLst>
              <a:path w="721586" h="262395">
                <a:moveTo>
                  <a:pt x="131198" y="0"/>
                </a:moveTo>
                <a:lnTo>
                  <a:pt x="590389" y="0"/>
                </a:lnTo>
                <a:cubicBezTo>
                  <a:pt x="662799" y="0"/>
                  <a:pt x="721586" y="58788"/>
                  <a:pt x="721586" y="131198"/>
                </a:cubicBezTo>
                <a:lnTo>
                  <a:pt x="721586" y="131198"/>
                </a:lnTo>
                <a:cubicBezTo>
                  <a:pt x="721586" y="203607"/>
                  <a:pt x="662799" y="262395"/>
                  <a:pt x="590389" y="262395"/>
                </a:cubicBezTo>
                <a:lnTo>
                  <a:pt x="131198" y="262395"/>
                </a:lnTo>
                <a:cubicBezTo>
                  <a:pt x="58788" y="262395"/>
                  <a:pt x="0" y="203607"/>
                  <a:pt x="0" y="131198"/>
                </a:cubicBezTo>
                <a:lnTo>
                  <a:pt x="0" y="131198"/>
                </a:lnTo>
                <a:cubicBezTo>
                  <a:pt x="0" y="58788"/>
                  <a:pt x="58788" y="0"/>
                  <a:pt x="131198" y="0"/>
                </a:cubicBezTo>
                <a:close/>
              </a:path>
            </a:pathLst>
          </a:custGeom>
          <a:solidFill>
            <a:srgbClr val="457B9D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857562" y="2704544"/>
            <a:ext cx="787185" cy="262395"/>
          </a:xfrm>
          <a:prstGeom prst="rect">
            <a:avLst/>
          </a:prstGeom>
          <a:noFill/>
        </p:spPr>
        <p:txBody>
          <a:bodyPr wrap="square" lIns="112455" tIns="37485" rIns="112455" bIns="37485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457B9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Accident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31140" y="3229335"/>
            <a:ext cx="5219788" cy="487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Standard ambulance dispatch for non-critical medical emergencies and patient transport.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2347" y="4179581"/>
            <a:ext cx="5609632" cy="2676430"/>
          </a:xfrm>
          <a:custGeom>
            <a:avLst/>
            <a:gdLst/>
            <a:ahLst/>
            <a:cxnLst/>
            <a:rect l="l" t="t" r="r" b="b"/>
            <a:pathLst>
              <a:path w="5609632" h="2676430">
                <a:moveTo>
                  <a:pt x="149934" y="0"/>
                </a:moveTo>
                <a:lnTo>
                  <a:pt x="5459698" y="0"/>
                </a:lnTo>
                <a:cubicBezTo>
                  <a:pt x="5542504" y="0"/>
                  <a:pt x="5609632" y="67128"/>
                  <a:pt x="5609632" y="149934"/>
                </a:cubicBezTo>
                <a:lnTo>
                  <a:pt x="5609632" y="2526496"/>
                </a:lnTo>
                <a:cubicBezTo>
                  <a:pt x="5609632" y="2609247"/>
                  <a:pt x="5542449" y="2676430"/>
                  <a:pt x="5459698" y="2676430"/>
                </a:cubicBezTo>
                <a:lnTo>
                  <a:pt x="149934" y="2676430"/>
                </a:lnTo>
                <a:cubicBezTo>
                  <a:pt x="67128" y="2676430"/>
                  <a:pt x="0" y="2609302"/>
                  <a:pt x="0" y="2526496"/>
                </a:cubicBezTo>
                <a:lnTo>
                  <a:pt x="0" y="149934"/>
                </a:lnTo>
                <a:cubicBezTo>
                  <a:pt x="0" y="67183"/>
                  <a:pt x="67183" y="0"/>
                  <a:pt x="149934" y="0"/>
                </a:cubicBezTo>
                <a:close/>
              </a:path>
            </a:pathLst>
          </a:custGeom>
          <a:solidFill>
            <a:schemeClr val="bg1"/>
          </a:solidFill>
          <a:ln w="20320">
            <a:solidFill>
              <a:schemeClr val="bg2">
                <a:alpha val="30196"/>
              </a:schemeClr>
            </a:solidFill>
            <a:prstDash val="solid"/>
          </a:ln>
          <a:effectLst>
            <a:outerShdw blurRad="140569" dist="9371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2" name="Shape 30"/>
          <p:cNvSpPr/>
          <p:nvPr/>
        </p:nvSpPr>
        <p:spPr>
          <a:xfrm>
            <a:off x="614754" y="4411989"/>
            <a:ext cx="599760" cy="599760"/>
          </a:xfrm>
          <a:custGeom>
            <a:avLst/>
            <a:gdLst/>
            <a:ahLst/>
            <a:cxnLst/>
            <a:rect l="l" t="t" r="r" b="b"/>
            <a:pathLst>
              <a:path w="599760" h="599760">
                <a:moveTo>
                  <a:pt x="112455" y="0"/>
                </a:moveTo>
                <a:lnTo>
                  <a:pt x="487305" y="0"/>
                </a:lnTo>
                <a:cubicBezTo>
                  <a:pt x="549412" y="0"/>
                  <a:pt x="599760" y="50348"/>
                  <a:pt x="599760" y="112455"/>
                </a:cubicBezTo>
                <a:lnTo>
                  <a:pt x="599760" y="487305"/>
                </a:lnTo>
                <a:cubicBezTo>
                  <a:pt x="599760" y="549412"/>
                  <a:pt x="549412" y="599760"/>
                  <a:pt x="487305" y="599760"/>
                </a:cubicBezTo>
                <a:lnTo>
                  <a:pt x="112455" y="599760"/>
                </a:lnTo>
                <a:cubicBezTo>
                  <a:pt x="50348" y="599760"/>
                  <a:pt x="0" y="549412"/>
                  <a:pt x="0" y="48730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76408" y="4571300"/>
            <a:ext cx="281138" cy="281138"/>
          </a:xfrm>
          <a:custGeom>
            <a:avLst/>
            <a:gdLst/>
            <a:ahLst/>
            <a:cxnLst/>
            <a:rect l="l" t="t" r="r" b="b"/>
            <a:pathLst>
              <a:path w="281138" h="281138">
                <a:moveTo>
                  <a:pt x="281138" y="17571"/>
                </a:moveTo>
                <a:cubicBezTo>
                  <a:pt x="281138" y="12300"/>
                  <a:pt x="278776" y="7303"/>
                  <a:pt x="274713" y="4008"/>
                </a:cubicBezTo>
                <a:cubicBezTo>
                  <a:pt x="270650" y="714"/>
                  <a:pt x="265269" y="-714"/>
                  <a:pt x="260107" y="329"/>
                </a:cubicBezTo>
                <a:lnTo>
                  <a:pt x="172252" y="17901"/>
                </a:lnTo>
                <a:cubicBezTo>
                  <a:pt x="165553" y="19273"/>
                  <a:pt x="160336" y="24325"/>
                  <a:pt x="158689" y="30749"/>
                </a:cubicBezTo>
                <a:lnTo>
                  <a:pt x="122998" y="30749"/>
                </a:lnTo>
                <a:lnTo>
                  <a:pt x="122998" y="17571"/>
                </a:lnTo>
                <a:cubicBezTo>
                  <a:pt x="122998" y="7852"/>
                  <a:pt x="115146" y="0"/>
                  <a:pt x="105427" y="0"/>
                </a:cubicBezTo>
                <a:lnTo>
                  <a:pt x="87855" y="0"/>
                </a:lnTo>
                <a:cubicBezTo>
                  <a:pt x="78136" y="0"/>
                  <a:pt x="70284" y="7852"/>
                  <a:pt x="70284" y="17571"/>
                </a:cubicBezTo>
                <a:lnTo>
                  <a:pt x="70284" y="33165"/>
                </a:lnTo>
                <a:cubicBezTo>
                  <a:pt x="39919" y="39919"/>
                  <a:pt x="14661" y="60346"/>
                  <a:pt x="1373" y="87581"/>
                </a:cubicBezTo>
                <a:cubicBezTo>
                  <a:pt x="-1812" y="94115"/>
                  <a:pt x="879" y="102022"/>
                  <a:pt x="7468" y="105207"/>
                </a:cubicBezTo>
                <a:cubicBezTo>
                  <a:pt x="14057" y="108392"/>
                  <a:pt x="21909" y="105701"/>
                  <a:pt x="25094" y="99112"/>
                </a:cubicBezTo>
                <a:cubicBezTo>
                  <a:pt x="34044" y="80662"/>
                  <a:pt x="50407" y="66496"/>
                  <a:pt x="70284" y="60401"/>
                </a:cubicBezTo>
                <a:lnTo>
                  <a:pt x="70284" y="76215"/>
                </a:lnTo>
                <a:cubicBezTo>
                  <a:pt x="49529" y="86098"/>
                  <a:pt x="35142" y="107239"/>
                  <a:pt x="35142" y="131783"/>
                </a:cubicBezTo>
                <a:lnTo>
                  <a:pt x="35142" y="202068"/>
                </a:lnTo>
                <a:lnTo>
                  <a:pt x="158140" y="202068"/>
                </a:lnTo>
                <a:lnTo>
                  <a:pt x="158140" y="131783"/>
                </a:lnTo>
                <a:cubicBezTo>
                  <a:pt x="158140" y="107239"/>
                  <a:pt x="143754" y="86098"/>
                  <a:pt x="122998" y="76215"/>
                </a:cubicBezTo>
                <a:lnTo>
                  <a:pt x="122998" y="57106"/>
                </a:lnTo>
                <a:lnTo>
                  <a:pt x="158689" y="57106"/>
                </a:lnTo>
                <a:cubicBezTo>
                  <a:pt x="160336" y="63531"/>
                  <a:pt x="165553" y="68582"/>
                  <a:pt x="172252" y="69955"/>
                </a:cubicBezTo>
                <a:lnTo>
                  <a:pt x="260107" y="87526"/>
                </a:lnTo>
                <a:cubicBezTo>
                  <a:pt x="265269" y="88569"/>
                  <a:pt x="270595" y="87197"/>
                  <a:pt x="274713" y="83902"/>
                </a:cubicBezTo>
                <a:cubicBezTo>
                  <a:pt x="278831" y="80607"/>
                  <a:pt x="281138" y="75556"/>
                  <a:pt x="281138" y="70284"/>
                </a:cubicBezTo>
                <a:lnTo>
                  <a:pt x="281138" y="17571"/>
                </a:lnTo>
                <a:close/>
                <a:moveTo>
                  <a:pt x="158140" y="245995"/>
                </a:moveTo>
                <a:lnTo>
                  <a:pt x="158140" y="228424"/>
                </a:lnTo>
                <a:lnTo>
                  <a:pt x="35142" y="228424"/>
                </a:lnTo>
                <a:lnTo>
                  <a:pt x="35142" y="245995"/>
                </a:lnTo>
                <a:cubicBezTo>
                  <a:pt x="35142" y="265379"/>
                  <a:pt x="50901" y="281138"/>
                  <a:pt x="70284" y="281138"/>
                </a:cubicBezTo>
                <a:lnTo>
                  <a:pt x="122998" y="281138"/>
                </a:lnTo>
                <a:cubicBezTo>
                  <a:pt x="142381" y="281138"/>
                  <a:pt x="158140" y="265379"/>
                  <a:pt x="158140" y="245995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326969" y="4449474"/>
            <a:ext cx="1115179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Fire Truck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326969" y="4749235"/>
            <a:ext cx="1077694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chemeClr val="accent5">
                    <a:lumMod val="5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Fire</a:t>
            </a:r>
            <a:r>
              <a:rPr lang="en-US" sz="1180" b="1" dirty="0">
                <a:solidFill>
                  <a:srgbClr val="FF8C4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en-US" sz="1180" b="1" dirty="0">
                <a:solidFill>
                  <a:schemeClr val="accent5">
                    <a:lumMod val="5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Emergency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83437" y="5349114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147187" y="81588"/>
                </a:moveTo>
                <a:cubicBezTo>
                  <a:pt x="150848" y="77928"/>
                  <a:pt x="150848" y="71983"/>
                  <a:pt x="147187" y="68322"/>
                </a:cubicBezTo>
                <a:lnTo>
                  <a:pt x="100331" y="21466"/>
                </a:lnTo>
                <a:cubicBezTo>
                  <a:pt x="96670" y="17805"/>
                  <a:pt x="90725" y="17805"/>
                  <a:pt x="87065" y="21466"/>
                </a:cubicBezTo>
                <a:cubicBezTo>
                  <a:pt x="83404" y="25127"/>
                  <a:pt x="83404" y="31072"/>
                  <a:pt x="87065" y="34732"/>
                </a:cubicBezTo>
                <a:lnTo>
                  <a:pt x="117931" y="65599"/>
                </a:lnTo>
                <a:lnTo>
                  <a:pt x="9371" y="65599"/>
                </a:lnTo>
                <a:cubicBezTo>
                  <a:pt x="4188" y="65599"/>
                  <a:pt x="0" y="69787"/>
                  <a:pt x="0" y="74970"/>
                </a:cubicBezTo>
                <a:cubicBezTo>
                  <a:pt x="0" y="80153"/>
                  <a:pt x="4188" y="84341"/>
                  <a:pt x="9371" y="84341"/>
                </a:cubicBezTo>
                <a:lnTo>
                  <a:pt x="117931" y="84341"/>
                </a:lnTo>
                <a:lnTo>
                  <a:pt x="87065" y="115208"/>
                </a:lnTo>
                <a:cubicBezTo>
                  <a:pt x="83404" y="118868"/>
                  <a:pt x="83404" y="124813"/>
                  <a:pt x="87065" y="128474"/>
                </a:cubicBezTo>
                <a:cubicBezTo>
                  <a:pt x="90725" y="132135"/>
                  <a:pt x="96670" y="132135"/>
                  <a:pt x="100331" y="128474"/>
                </a:cubicBezTo>
                <a:lnTo>
                  <a:pt x="147187" y="81618"/>
                </a:lnTo>
                <a:close/>
              </a:path>
            </a:pathLst>
          </a:custGeom>
          <a:solidFill>
            <a:srgbClr val="FF8C42"/>
          </a:solidFill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027089" y="5341614"/>
            <a:ext cx="1543445" cy="1649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Emergency Type = Fire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4694" y="5611509"/>
            <a:ext cx="909012" cy="262395"/>
          </a:xfrm>
          <a:custGeom>
            <a:avLst/>
            <a:gdLst/>
            <a:ahLst/>
            <a:cxnLst/>
            <a:rect l="l" t="t" r="r" b="b"/>
            <a:pathLst>
              <a:path w="909012" h="262395">
                <a:moveTo>
                  <a:pt x="131198" y="0"/>
                </a:moveTo>
                <a:lnTo>
                  <a:pt x="777814" y="0"/>
                </a:lnTo>
                <a:cubicBezTo>
                  <a:pt x="850224" y="0"/>
                  <a:pt x="909012" y="58788"/>
                  <a:pt x="909012" y="131198"/>
                </a:cubicBezTo>
                <a:lnTo>
                  <a:pt x="909012" y="131198"/>
                </a:lnTo>
                <a:cubicBezTo>
                  <a:pt x="909012" y="203607"/>
                  <a:pt x="850224" y="262395"/>
                  <a:pt x="777814" y="262395"/>
                </a:cubicBezTo>
                <a:lnTo>
                  <a:pt x="131198" y="262395"/>
                </a:lnTo>
                <a:cubicBezTo>
                  <a:pt x="58788" y="262395"/>
                  <a:pt x="0" y="203607"/>
                  <a:pt x="0" y="131198"/>
                </a:cubicBezTo>
                <a:lnTo>
                  <a:pt x="0" y="131198"/>
                </a:lnTo>
                <a:cubicBezTo>
                  <a:pt x="0" y="58788"/>
                  <a:pt x="58788" y="0"/>
                  <a:pt x="131198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64694" y="5611509"/>
            <a:ext cx="974610" cy="262395"/>
          </a:xfrm>
          <a:prstGeom prst="rect">
            <a:avLst/>
          </a:prstGeom>
          <a:solidFill>
            <a:schemeClr val="bg1"/>
          </a:solidFill>
        </p:spPr>
        <p:txBody>
          <a:bodyPr wrap="square" lIns="112455" tIns="37485" rIns="112455" bIns="37485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chemeClr val="accent5">
                    <a:lumMod val="5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Building</a:t>
            </a:r>
            <a:r>
              <a:rPr lang="en-US" sz="1035" b="1" dirty="0">
                <a:solidFill>
                  <a:srgbClr val="FF8C4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en-US" sz="1035" b="1" dirty="0">
                <a:solidFill>
                  <a:schemeClr val="accent5">
                    <a:lumMod val="5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Fire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752893" y="5611509"/>
            <a:ext cx="880898" cy="262395"/>
          </a:xfrm>
          <a:custGeom>
            <a:avLst/>
            <a:gdLst/>
            <a:ahLst/>
            <a:cxnLst/>
            <a:rect l="l" t="t" r="r" b="b"/>
            <a:pathLst>
              <a:path w="880898" h="262395">
                <a:moveTo>
                  <a:pt x="131198" y="0"/>
                </a:moveTo>
                <a:lnTo>
                  <a:pt x="749700" y="0"/>
                </a:lnTo>
                <a:cubicBezTo>
                  <a:pt x="822110" y="0"/>
                  <a:pt x="880898" y="58788"/>
                  <a:pt x="880898" y="131198"/>
                </a:cubicBezTo>
                <a:lnTo>
                  <a:pt x="880898" y="131198"/>
                </a:lnTo>
                <a:cubicBezTo>
                  <a:pt x="880898" y="203607"/>
                  <a:pt x="822110" y="262395"/>
                  <a:pt x="749700" y="262395"/>
                </a:cubicBezTo>
                <a:lnTo>
                  <a:pt x="131198" y="262395"/>
                </a:lnTo>
                <a:cubicBezTo>
                  <a:pt x="58788" y="262395"/>
                  <a:pt x="0" y="203607"/>
                  <a:pt x="0" y="131198"/>
                </a:cubicBezTo>
                <a:lnTo>
                  <a:pt x="0" y="131198"/>
                </a:lnTo>
                <a:cubicBezTo>
                  <a:pt x="0" y="58788"/>
                  <a:pt x="58788" y="0"/>
                  <a:pt x="131198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1752893" y="5611509"/>
            <a:ext cx="946497" cy="262395"/>
          </a:xfrm>
          <a:prstGeom prst="rect">
            <a:avLst/>
          </a:prstGeom>
          <a:solidFill>
            <a:schemeClr val="bg1"/>
          </a:solidFill>
        </p:spPr>
        <p:txBody>
          <a:bodyPr wrap="square" lIns="112455" tIns="37485" rIns="112455" bIns="37485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chemeClr val="accent5">
                    <a:lumMod val="5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Vehicle Fire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614754" y="6136299"/>
            <a:ext cx="5219788" cy="487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Fire suppression vehicle with water tank, hoses, and rescue equipment for fire incidents.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98733" y="4179581"/>
            <a:ext cx="5609632" cy="2676430"/>
          </a:xfrm>
          <a:custGeom>
            <a:avLst/>
            <a:gdLst/>
            <a:ahLst/>
            <a:cxnLst/>
            <a:rect l="l" t="t" r="r" b="b"/>
            <a:pathLst>
              <a:path w="5609632" h="2676430">
                <a:moveTo>
                  <a:pt x="149934" y="0"/>
                </a:moveTo>
                <a:lnTo>
                  <a:pt x="5459698" y="0"/>
                </a:lnTo>
                <a:cubicBezTo>
                  <a:pt x="5542504" y="0"/>
                  <a:pt x="5609632" y="67128"/>
                  <a:pt x="5609632" y="149934"/>
                </a:cubicBezTo>
                <a:lnTo>
                  <a:pt x="5609632" y="2526496"/>
                </a:lnTo>
                <a:cubicBezTo>
                  <a:pt x="5609632" y="2609247"/>
                  <a:pt x="5542449" y="2676430"/>
                  <a:pt x="5459698" y="2676430"/>
                </a:cubicBezTo>
                <a:lnTo>
                  <a:pt x="149934" y="2676430"/>
                </a:lnTo>
                <a:cubicBezTo>
                  <a:pt x="67128" y="2676430"/>
                  <a:pt x="0" y="2609302"/>
                  <a:pt x="0" y="2526496"/>
                </a:cubicBezTo>
                <a:lnTo>
                  <a:pt x="0" y="149934"/>
                </a:lnTo>
                <a:cubicBezTo>
                  <a:pt x="0" y="67183"/>
                  <a:pt x="67183" y="0"/>
                  <a:pt x="149934" y="0"/>
                </a:cubicBezTo>
                <a:close/>
              </a:path>
            </a:pathLst>
          </a:custGeom>
          <a:solidFill>
            <a:schemeClr val="bg1"/>
          </a:solidFill>
          <a:ln w="20320">
            <a:solidFill>
              <a:schemeClr val="bg2">
                <a:alpha val="30196"/>
              </a:schemeClr>
            </a:solidFill>
            <a:prstDash val="solid"/>
          </a:ln>
          <a:effectLst>
            <a:outerShdw blurRad="140569" dist="9371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431140" y="4411989"/>
            <a:ext cx="599760" cy="599760"/>
          </a:xfrm>
          <a:custGeom>
            <a:avLst/>
            <a:gdLst/>
            <a:ahLst/>
            <a:cxnLst/>
            <a:rect l="l" t="t" r="r" b="b"/>
            <a:pathLst>
              <a:path w="599760" h="599760">
                <a:moveTo>
                  <a:pt x="112455" y="0"/>
                </a:moveTo>
                <a:lnTo>
                  <a:pt x="487305" y="0"/>
                </a:lnTo>
                <a:cubicBezTo>
                  <a:pt x="549412" y="0"/>
                  <a:pt x="599760" y="50348"/>
                  <a:pt x="599760" y="112455"/>
                </a:cubicBezTo>
                <a:lnTo>
                  <a:pt x="599760" y="487305"/>
                </a:lnTo>
                <a:cubicBezTo>
                  <a:pt x="599760" y="549412"/>
                  <a:pt x="549412" y="599760"/>
                  <a:pt x="487305" y="599760"/>
                </a:cubicBezTo>
                <a:lnTo>
                  <a:pt x="112455" y="599760"/>
                </a:lnTo>
                <a:cubicBezTo>
                  <a:pt x="50348" y="599760"/>
                  <a:pt x="0" y="549412"/>
                  <a:pt x="0" y="48730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592794" y="4571300"/>
            <a:ext cx="281138" cy="281138"/>
          </a:xfrm>
          <a:custGeom>
            <a:avLst/>
            <a:gdLst/>
            <a:ahLst/>
            <a:cxnLst/>
            <a:rect l="l" t="t" r="r" b="b"/>
            <a:pathLst>
              <a:path w="281138" h="281138">
                <a:moveTo>
                  <a:pt x="140569" y="0"/>
                </a:moveTo>
                <a:cubicBezTo>
                  <a:pt x="143095" y="0"/>
                  <a:pt x="145620" y="549"/>
                  <a:pt x="147927" y="1592"/>
                </a:cubicBezTo>
                <a:lnTo>
                  <a:pt x="251377" y="45465"/>
                </a:lnTo>
                <a:cubicBezTo>
                  <a:pt x="263457" y="50572"/>
                  <a:pt x="272462" y="62487"/>
                  <a:pt x="272407" y="76874"/>
                </a:cubicBezTo>
                <a:cubicBezTo>
                  <a:pt x="272132" y="131344"/>
                  <a:pt x="249729" y="231005"/>
                  <a:pt x="155120" y="276306"/>
                </a:cubicBezTo>
                <a:cubicBezTo>
                  <a:pt x="145950" y="280698"/>
                  <a:pt x="135297" y="280698"/>
                  <a:pt x="126128" y="276306"/>
                </a:cubicBezTo>
                <a:cubicBezTo>
                  <a:pt x="31463" y="231005"/>
                  <a:pt x="9115" y="131344"/>
                  <a:pt x="8840" y="76874"/>
                </a:cubicBezTo>
                <a:cubicBezTo>
                  <a:pt x="8786" y="62487"/>
                  <a:pt x="17791" y="50572"/>
                  <a:pt x="29871" y="45465"/>
                </a:cubicBezTo>
                <a:lnTo>
                  <a:pt x="133266" y="1592"/>
                </a:lnTo>
                <a:cubicBezTo>
                  <a:pt x="135572" y="549"/>
                  <a:pt x="138043" y="0"/>
                  <a:pt x="140569" y="0"/>
                </a:cubicBezTo>
                <a:close/>
                <a:moveTo>
                  <a:pt x="140569" y="36680"/>
                </a:moveTo>
                <a:lnTo>
                  <a:pt x="140569" y="244293"/>
                </a:lnTo>
                <a:cubicBezTo>
                  <a:pt x="216344" y="207614"/>
                  <a:pt x="236716" y="126347"/>
                  <a:pt x="237210" y="77697"/>
                </a:cubicBezTo>
                <a:lnTo>
                  <a:pt x="140569" y="36735"/>
                </a:lnTo>
                <a:lnTo>
                  <a:pt x="140569" y="36735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143355" y="4449474"/>
            <a:ext cx="1340089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Police Vehicle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143355" y="4749235"/>
            <a:ext cx="1302604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6B7A8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Law Enforcement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31140" y="5161689"/>
            <a:ext cx="5144818" cy="862155"/>
          </a:xfrm>
          <a:custGeom>
            <a:avLst/>
            <a:gdLst/>
            <a:ahLst/>
            <a:cxnLst/>
            <a:rect l="l" t="t" r="r" b="b"/>
            <a:pathLst>
              <a:path w="5144818" h="862155">
                <a:moveTo>
                  <a:pt x="112451" y="0"/>
                </a:moveTo>
                <a:lnTo>
                  <a:pt x="5032367" y="0"/>
                </a:lnTo>
                <a:cubicBezTo>
                  <a:pt x="5094472" y="0"/>
                  <a:pt x="5144818" y="50346"/>
                  <a:pt x="5144818" y="112451"/>
                </a:cubicBezTo>
                <a:lnTo>
                  <a:pt x="5144818" y="749704"/>
                </a:lnTo>
                <a:cubicBezTo>
                  <a:pt x="5144818" y="811809"/>
                  <a:pt x="5094472" y="862155"/>
                  <a:pt x="5032367" y="862155"/>
                </a:cubicBezTo>
                <a:lnTo>
                  <a:pt x="112451" y="862155"/>
                </a:lnTo>
                <a:cubicBezTo>
                  <a:pt x="50346" y="862155"/>
                  <a:pt x="0" y="811809"/>
                  <a:pt x="0" y="749704"/>
                </a:cubicBezTo>
                <a:lnTo>
                  <a:pt x="0" y="112451"/>
                </a:lnTo>
                <a:cubicBezTo>
                  <a:pt x="0" y="50346"/>
                  <a:pt x="50346" y="0"/>
                  <a:pt x="112451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599822" y="5349114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147187" y="81588"/>
                </a:moveTo>
                <a:cubicBezTo>
                  <a:pt x="150848" y="77928"/>
                  <a:pt x="150848" y="71983"/>
                  <a:pt x="147187" y="68322"/>
                </a:cubicBezTo>
                <a:lnTo>
                  <a:pt x="100331" y="21466"/>
                </a:lnTo>
                <a:cubicBezTo>
                  <a:pt x="96670" y="17805"/>
                  <a:pt x="90725" y="17805"/>
                  <a:pt x="87065" y="21466"/>
                </a:cubicBezTo>
                <a:cubicBezTo>
                  <a:pt x="83404" y="25127"/>
                  <a:pt x="83404" y="31072"/>
                  <a:pt x="87065" y="34732"/>
                </a:cubicBezTo>
                <a:lnTo>
                  <a:pt x="117931" y="65599"/>
                </a:lnTo>
                <a:lnTo>
                  <a:pt x="9371" y="65599"/>
                </a:lnTo>
                <a:cubicBezTo>
                  <a:pt x="4188" y="65599"/>
                  <a:pt x="0" y="69787"/>
                  <a:pt x="0" y="74970"/>
                </a:cubicBezTo>
                <a:cubicBezTo>
                  <a:pt x="0" y="80153"/>
                  <a:pt x="4188" y="84341"/>
                  <a:pt x="9371" y="84341"/>
                </a:cubicBezTo>
                <a:lnTo>
                  <a:pt x="117931" y="84341"/>
                </a:lnTo>
                <a:lnTo>
                  <a:pt x="87065" y="115208"/>
                </a:lnTo>
                <a:cubicBezTo>
                  <a:pt x="83404" y="118868"/>
                  <a:pt x="83404" y="124813"/>
                  <a:pt x="87065" y="128474"/>
                </a:cubicBezTo>
                <a:cubicBezTo>
                  <a:pt x="90725" y="132135"/>
                  <a:pt x="96670" y="132135"/>
                  <a:pt x="100331" y="128474"/>
                </a:cubicBezTo>
                <a:lnTo>
                  <a:pt x="147187" y="81618"/>
                </a:lnTo>
                <a:close/>
              </a:path>
            </a:pathLst>
          </a:custGeom>
          <a:solidFill>
            <a:srgbClr val="6B7A8F"/>
          </a:solidFill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843475" y="5341614"/>
            <a:ext cx="1691980" cy="1649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Emergency Type = Police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581080" y="5611509"/>
            <a:ext cx="562275" cy="262395"/>
          </a:xfrm>
          <a:custGeom>
            <a:avLst/>
            <a:gdLst/>
            <a:ahLst/>
            <a:cxnLst/>
            <a:rect l="l" t="t" r="r" b="b"/>
            <a:pathLst>
              <a:path w="562275" h="262395">
                <a:moveTo>
                  <a:pt x="131198" y="0"/>
                </a:moveTo>
                <a:lnTo>
                  <a:pt x="431078" y="0"/>
                </a:lnTo>
                <a:cubicBezTo>
                  <a:pt x="503488" y="0"/>
                  <a:pt x="562275" y="58788"/>
                  <a:pt x="562275" y="131198"/>
                </a:cubicBezTo>
                <a:lnTo>
                  <a:pt x="562275" y="131198"/>
                </a:lnTo>
                <a:cubicBezTo>
                  <a:pt x="562275" y="203607"/>
                  <a:pt x="503488" y="262395"/>
                  <a:pt x="431078" y="262395"/>
                </a:cubicBezTo>
                <a:lnTo>
                  <a:pt x="131198" y="262395"/>
                </a:lnTo>
                <a:cubicBezTo>
                  <a:pt x="58788" y="262395"/>
                  <a:pt x="0" y="203607"/>
                  <a:pt x="0" y="131198"/>
                </a:cubicBezTo>
                <a:lnTo>
                  <a:pt x="0" y="131198"/>
                </a:lnTo>
                <a:cubicBezTo>
                  <a:pt x="0" y="58788"/>
                  <a:pt x="58788" y="0"/>
                  <a:pt x="131198" y="0"/>
                </a:cubicBezTo>
                <a:close/>
              </a:path>
            </a:pathLst>
          </a:custGeom>
          <a:solidFill>
            <a:srgbClr val="6B7A8F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581080" y="5611509"/>
            <a:ext cx="627874" cy="262395"/>
          </a:xfrm>
          <a:prstGeom prst="rect">
            <a:avLst/>
          </a:prstGeom>
          <a:noFill/>
        </p:spPr>
        <p:txBody>
          <a:bodyPr wrap="square" lIns="112455" tIns="37485" rIns="112455" bIns="37485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6B7A8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Crime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222307" y="5611509"/>
            <a:ext cx="721586" cy="262395"/>
          </a:xfrm>
          <a:custGeom>
            <a:avLst/>
            <a:gdLst/>
            <a:ahLst/>
            <a:cxnLst/>
            <a:rect l="l" t="t" r="r" b="b"/>
            <a:pathLst>
              <a:path w="721586" h="262395">
                <a:moveTo>
                  <a:pt x="131198" y="0"/>
                </a:moveTo>
                <a:lnTo>
                  <a:pt x="590389" y="0"/>
                </a:lnTo>
                <a:cubicBezTo>
                  <a:pt x="662799" y="0"/>
                  <a:pt x="721586" y="58788"/>
                  <a:pt x="721586" y="131198"/>
                </a:cubicBezTo>
                <a:lnTo>
                  <a:pt x="721586" y="131198"/>
                </a:lnTo>
                <a:cubicBezTo>
                  <a:pt x="721586" y="203607"/>
                  <a:pt x="662799" y="262395"/>
                  <a:pt x="590389" y="262395"/>
                </a:cubicBezTo>
                <a:lnTo>
                  <a:pt x="131198" y="262395"/>
                </a:lnTo>
                <a:cubicBezTo>
                  <a:pt x="58788" y="262395"/>
                  <a:pt x="0" y="203607"/>
                  <a:pt x="0" y="131198"/>
                </a:cubicBezTo>
                <a:lnTo>
                  <a:pt x="0" y="131198"/>
                </a:lnTo>
                <a:cubicBezTo>
                  <a:pt x="0" y="58788"/>
                  <a:pt x="58788" y="0"/>
                  <a:pt x="131198" y="0"/>
                </a:cubicBezTo>
                <a:close/>
              </a:path>
            </a:pathLst>
          </a:custGeom>
          <a:solidFill>
            <a:srgbClr val="6B7A8F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222307" y="5611509"/>
            <a:ext cx="787185" cy="262395"/>
          </a:xfrm>
          <a:prstGeom prst="rect">
            <a:avLst/>
          </a:prstGeom>
          <a:noFill/>
        </p:spPr>
        <p:txBody>
          <a:bodyPr wrap="square" lIns="112455" tIns="37485" rIns="112455" bIns="37485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6B7A8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Accident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023198" y="5611509"/>
            <a:ext cx="684101" cy="262395"/>
          </a:xfrm>
          <a:custGeom>
            <a:avLst/>
            <a:gdLst/>
            <a:ahLst/>
            <a:cxnLst/>
            <a:rect l="l" t="t" r="r" b="b"/>
            <a:pathLst>
              <a:path w="684101" h="262395">
                <a:moveTo>
                  <a:pt x="131198" y="0"/>
                </a:moveTo>
                <a:lnTo>
                  <a:pt x="552904" y="0"/>
                </a:lnTo>
                <a:cubicBezTo>
                  <a:pt x="625314" y="0"/>
                  <a:pt x="684101" y="58788"/>
                  <a:pt x="684101" y="131198"/>
                </a:cubicBezTo>
                <a:lnTo>
                  <a:pt x="684101" y="131198"/>
                </a:lnTo>
                <a:cubicBezTo>
                  <a:pt x="684101" y="203607"/>
                  <a:pt x="625314" y="262395"/>
                  <a:pt x="552904" y="262395"/>
                </a:cubicBezTo>
                <a:lnTo>
                  <a:pt x="131198" y="262395"/>
                </a:lnTo>
                <a:cubicBezTo>
                  <a:pt x="58788" y="262395"/>
                  <a:pt x="0" y="203607"/>
                  <a:pt x="0" y="131198"/>
                </a:cubicBezTo>
                <a:lnTo>
                  <a:pt x="0" y="131198"/>
                </a:lnTo>
                <a:cubicBezTo>
                  <a:pt x="0" y="58788"/>
                  <a:pt x="58788" y="0"/>
                  <a:pt x="131198" y="0"/>
                </a:cubicBezTo>
                <a:close/>
              </a:path>
            </a:pathLst>
          </a:custGeom>
          <a:solidFill>
            <a:srgbClr val="6B7A8F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8023198" y="5611509"/>
            <a:ext cx="749700" cy="262395"/>
          </a:xfrm>
          <a:prstGeom prst="rect">
            <a:avLst/>
          </a:prstGeom>
          <a:noFill/>
        </p:spPr>
        <p:txBody>
          <a:bodyPr wrap="square" lIns="112455" tIns="37485" rIns="112455" bIns="37485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6B7A8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Security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31140" y="6136299"/>
            <a:ext cx="5219788" cy="487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Police patrol vehicle for law enforcement, accident response, and public safety incidents.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292651" y="5660237"/>
            <a:ext cx="281138" cy="281138"/>
          </a:xfrm>
          <a:custGeom>
            <a:avLst/>
            <a:gdLst/>
            <a:ahLst/>
            <a:cxnLst/>
            <a:rect l="l" t="t" r="r" b="b"/>
            <a:pathLst>
              <a:path w="281138" h="281138">
                <a:moveTo>
                  <a:pt x="65892" y="30749"/>
                </a:moveTo>
                <a:cubicBezTo>
                  <a:pt x="65892" y="13782"/>
                  <a:pt x="79674" y="0"/>
                  <a:pt x="96641" y="0"/>
                </a:cubicBezTo>
                <a:lnTo>
                  <a:pt x="109819" y="0"/>
                </a:lnTo>
                <a:cubicBezTo>
                  <a:pt x="119538" y="0"/>
                  <a:pt x="127390" y="7852"/>
                  <a:pt x="127390" y="17571"/>
                </a:cubicBezTo>
                <a:lnTo>
                  <a:pt x="127390" y="263566"/>
                </a:lnTo>
                <a:cubicBezTo>
                  <a:pt x="127390" y="273286"/>
                  <a:pt x="119538" y="281138"/>
                  <a:pt x="109819" y="281138"/>
                </a:cubicBezTo>
                <a:lnTo>
                  <a:pt x="92248" y="281138"/>
                </a:lnTo>
                <a:cubicBezTo>
                  <a:pt x="75885" y="281138"/>
                  <a:pt x="62103" y="269936"/>
                  <a:pt x="58204" y="254781"/>
                </a:cubicBezTo>
                <a:cubicBezTo>
                  <a:pt x="57820" y="254781"/>
                  <a:pt x="57490" y="254781"/>
                  <a:pt x="57106" y="254781"/>
                </a:cubicBezTo>
                <a:cubicBezTo>
                  <a:pt x="32836" y="254781"/>
                  <a:pt x="13178" y="235123"/>
                  <a:pt x="13178" y="210853"/>
                </a:cubicBezTo>
                <a:cubicBezTo>
                  <a:pt x="13178" y="200969"/>
                  <a:pt x="16473" y="191854"/>
                  <a:pt x="21964" y="184497"/>
                </a:cubicBezTo>
                <a:cubicBezTo>
                  <a:pt x="11311" y="176480"/>
                  <a:pt x="4393" y="163741"/>
                  <a:pt x="4393" y="149354"/>
                </a:cubicBezTo>
                <a:cubicBezTo>
                  <a:pt x="4393" y="132387"/>
                  <a:pt x="14057" y="117617"/>
                  <a:pt x="28114" y="110314"/>
                </a:cubicBezTo>
                <a:cubicBezTo>
                  <a:pt x="24215" y="103724"/>
                  <a:pt x="21964" y="96037"/>
                  <a:pt x="21964" y="87855"/>
                </a:cubicBezTo>
                <a:cubicBezTo>
                  <a:pt x="21964" y="63585"/>
                  <a:pt x="41622" y="43928"/>
                  <a:pt x="65892" y="43928"/>
                </a:cubicBezTo>
                <a:lnTo>
                  <a:pt x="65892" y="30749"/>
                </a:lnTo>
                <a:close/>
                <a:moveTo>
                  <a:pt x="215246" y="30749"/>
                </a:moveTo>
                <a:lnTo>
                  <a:pt x="215246" y="43928"/>
                </a:lnTo>
                <a:cubicBezTo>
                  <a:pt x="239516" y="43928"/>
                  <a:pt x="259174" y="63585"/>
                  <a:pt x="259174" y="87855"/>
                </a:cubicBezTo>
                <a:cubicBezTo>
                  <a:pt x="259174" y="96092"/>
                  <a:pt x="256922" y="103779"/>
                  <a:pt x="253024" y="110314"/>
                </a:cubicBezTo>
                <a:cubicBezTo>
                  <a:pt x="267136" y="117617"/>
                  <a:pt x="276745" y="132332"/>
                  <a:pt x="276745" y="149354"/>
                </a:cubicBezTo>
                <a:cubicBezTo>
                  <a:pt x="276745" y="163741"/>
                  <a:pt x="269826" y="176480"/>
                  <a:pt x="259174" y="184497"/>
                </a:cubicBezTo>
                <a:cubicBezTo>
                  <a:pt x="264665" y="191854"/>
                  <a:pt x="267959" y="200969"/>
                  <a:pt x="267959" y="210853"/>
                </a:cubicBezTo>
                <a:cubicBezTo>
                  <a:pt x="267959" y="235123"/>
                  <a:pt x="248302" y="254781"/>
                  <a:pt x="224032" y="254781"/>
                </a:cubicBezTo>
                <a:cubicBezTo>
                  <a:pt x="223647" y="254781"/>
                  <a:pt x="223318" y="254781"/>
                  <a:pt x="222933" y="254781"/>
                </a:cubicBezTo>
                <a:cubicBezTo>
                  <a:pt x="219035" y="269936"/>
                  <a:pt x="205252" y="281138"/>
                  <a:pt x="188889" y="281138"/>
                </a:cubicBezTo>
                <a:lnTo>
                  <a:pt x="171318" y="281138"/>
                </a:lnTo>
                <a:cubicBezTo>
                  <a:pt x="161599" y="281138"/>
                  <a:pt x="153747" y="273286"/>
                  <a:pt x="153747" y="263566"/>
                </a:cubicBezTo>
                <a:lnTo>
                  <a:pt x="153747" y="17571"/>
                </a:lnTo>
                <a:cubicBezTo>
                  <a:pt x="153747" y="7852"/>
                  <a:pt x="161599" y="0"/>
                  <a:pt x="171318" y="0"/>
                </a:cubicBezTo>
                <a:lnTo>
                  <a:pt x="184497" y="0"/>
                </a:lnTo>
                <a:cubicBezTo>
                  <a:pt x="201464" y="0"/>
                  <a:pt x="215246" y="13782"/>
                  <a:pt x="215246" y="30749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57B9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Navigation System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Map-Based Optimal Routing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5581650" cy="2495550"/>
          </a:xfrm>
          <a:custGeom>
            <a:avLst/>
            <a:gdLst/>
            <a:ahLst/>
            <a:cxnLst/>
            <a:rect l="l" t="t" r="r" b="b"/>
            <a:pathLst>
              <a:path w="5581650" h="2495550">
                <a:moveTo>
                  <a:pt x="38100" y="0"/>
                </a:moveTo>
                <a:lnTo>
                  <a:pt x="5429247" y="0"/>
                </a:lnTo>
                <a:cubicBezTo>
                  <a:pt x="5513417" y="0"/>
                  <a:pt x="5581650" y="68233"/>
                  <a:pt x="5581650" y="152403"/>
                </a:cubicBezTo>
                <a:lnTo>
                  <a:pt x="5581650" y="2343147"/>
                </a:lnTo>
                <a:cubicBezTo>
                  <a:pt x="5581650" y="2427317"/>
                  <a:pt x="5513417" y="2495550"/>
                  <a:pt x="5429247" y="2495550"/>
                </a:cubicBezTo>
                <a:lnTo>
                  <a:pt x="38100" y="2495550"/>
                </a:lnTo>
                <a:cubicBezTo>
                  <a:pt x="17072" y="2495550"/>
                  <a:pt x="0" y="2478478"/>
                  <a:pt x="0" y="2457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400050" y="1257300"/>
            <a:ext cx="38100" cy="2495550"/>
          </a:xfrm>
          <a:custGeom>
            <a:avLst/>
            <a:gdLst/>
            <a:ahLst/>
            <a:cxnLst/>
            <a:rect l="l" t="t" r="r" b="b"/>
            <a:pathLst>
              <a:path w="38100" h="2495550">
                <a:moveTo>
                  <a:pt x="38100" y="0"/>
                </a:moveTo>
                <a:lnTo>
                  <a:pt x="38100" y="0"/>
                </a:lnTo>
                <a:lnTo>
                  <a:pt x="38100" y="2495550"/>
                </a:lnTo>
                <a:lnTo>
                  <a:pt x="38100" y="2495550"/>
                </a:lnTo>
                <a:cubicBezTo>
                  <a:pt x="17072" y="2495550"/>
                  <a:pt x="0" y="2478478"/>
                  <a:pt x="0" y="2457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7700" y="172521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chemeClr val="accent5">
              <a:lumMod val="50000"/>
              <a:alpha val="10196"/>
            </a:schemeClr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800100" y="187761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1431"/>
                </a:moveTo>
                <a:cubicBezTo>
                  <a:pt x="228600" y="16475"/>
                  <a:pt x="226055" y="11876"/>
                  <a:pt x="221813" y="9287"/>
                </a:cubicBezTo>
                <a:cubicBezTo>
                  <a:pt x="217572" y="6697"/>
                  <a:pt x="212348" y="6429"/>
                  <a:pt x="207928" y="8662"/>
                </a:cubicBezTo>
                <a:lnTo>
                  <a:pt x="156046" y="34603"/>
                </a:lnTo>
                <a:lnTo>
                  <a:pt x="75947" y="7858"/>
                </a:lnTo>
                <a:cubicBezTo>
                  <a:pt x="72330" y="6653"/>
                  <a:pt x="68446" y="6921"/>
                  <a:pt x="65053" y="8617"/>
                </a:cubicBezTo>
                <a:lnTo>
                  <a:pt x="7903" y="37192"/>
                </a:lnTo>
                <a:cubicBezTo>
                  <a:pt x="3036" y="39648"/>
                  <a:pt x="0" y="44604"/>
                  <a:pt x="0" y="50006"/>
                </a:cubicBezTo>
                <a:lnTo>
                  <a:pt x="0" y="207169"/>
                </a:lnTo>
                <a:cubicBezTo>
                  <a:pt x="0" y="212125"/>
                  <a:pt x="2545" y="216724"/>
                  <a:pt x="6787" y="219313"/>
                </a:cubicBezTo>
                <a:cubicBezTo>
                  <a:pt x="11028" y="221903"/>
                  <a:pt x="16252" y="222171"/>
                  <a:pt x="20672" y="219938"/>
                </a:cubicBezTo>
                <a:lnTo>
                  <a:pt x="72509" y="193997"/>
                </a:lnTo>
                <a:lnTo>
                  <a:pt x="152608" y="220697"/>
                </a:lnTo>
                <a:cubicBezTo>
                  <a:pt x="156225" y="221903"/>
                  <a:pt x="160109" y="221635"/>
                  <a:pt x="163503" y="219938"/>
                </a:cubicBezTo>
                <a:lnTo>
                  <a:pt x="220653" y="191363"/>
                </a:lnTo>
                <a:cubicBezTo>
                  <a:pt x="225475" y="188952"/>
                  <a:pt x="228555" y="183996"/>
                  <a:pt x="228555" y="178594"/>
                </a:cubicBezTo>
                <a:lnTo>
                  <a:pt x="228555" y="21431"/>
                </a:lnTo>
                <a:close/>
                <a:moveTo>
                  <a:pt x="85725" y="168280"/>
                </a:moveTo>
                <a:lnTo>
                  <a:pt x="85725" y="41255"/>
                </a:lnTo>
                <a:lnTo>
                  <a:pt x="142875" y="60320"/>
                </a:lnTo>
                <a:lnTo>
                  <a:pt x="142875" y="187345"/>
                </a:lnTo>
                <a:lnTo>
                  <a:pt x="85725" y="16828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333500" y="1725216"/>
            <a:ext cx="4533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OSMnx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2106099"/>
            <a:ext cx="4505325" cy="83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Downloads real-world road network</a:t>
            </a:r>
            <a:r>
              <a:rPr lang="en-US" sz="135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from OpenStreetMap with accurate street geometries, speed limits, and traffic data.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33500" y="3018118"/>
            <a:ext cx="11715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13290" y="3018118"/>
            <a:ext cx="83820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3905250"/>
            <a:ext cx="5581650" cy="2495550"/>
          </a:xfrm>
          <a:custGeom>
            <a:avLst/>
            <a:gdLst/>
            <a:ahLst/>
            <a:cxnLst/>
            <a:rect l="l" t="t" r="r" b="b"/>
            <a:pathLst>
              <a:path w="5581650" h="2495550">
                <a:moveTo>
                  <a:pt x="38100" y="0"/>
                </a:moveTo>
                <a:lnTo>
                  <a:pt x="5429247" y="0"/>
                </a:lnTo>
                <a:cubicBezTo>
                  <a:pt x="5513417" y="0"/>
                  <a:pt x="5581650" y="68233"/>
                  <a:pt x="5581650" y="152403"/>
                </a:cubicBezTo>
                <a:lnTo>
                  <a:pt x="5581650" y="2343147"/>
                </a:lnTo>
                <a:cubicBezTo>
                  <a:pt x="5581650" y="2427317"/>
                  <a:pt x="5513417" y="2495550"/>
                  <a:pt x="5429247" y="2495550"/>
                </a:cubicBezTo>
                <a:lnTo>
                  <a:pt x="38100" y="2495550"/>
                </a:lnTo>
                <a:cubicBezTo>
                  <a:pt x="17072" y="2495550"/>
                  <a:pt x="0" y="2478478"/>
                  <a:pt x="0" y="2457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00050" y="3905250"/>
            <a:ext cx="38100" cy="2495550"/>
          </a:xfrm>
          <a:custGeom>
            <a:avLst/>
            <a:gdLst/>
            <a:ahLst/>
            <a:cxnLst/>
            <a:rect l="l" t="t" r="r" b="b"/>
            <a:pathLst>
              <a:path w="38100" h="2495550">
                <a:moveTo>
                  <a:pt x="38100" y="0"/>
                </a:moveTo>
                <a:lnTo>
                  <a:pt x="38100" y="0"/>
                </a:lnTo>
                <a:lnTo>
                  <a:pt x="38100" y="2495550"/>
                </a:lnTo>
                <a:lnTo>
                  <a:pt x="38100" y="2495550"/>
                </a:lnTo>
                <a:cubicBezTo>
                  <a:pt x="17072" y="2495550"/>
                  <a:pt x="0" y="2478478"/>
                  <a:pt x="0" y="2457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7700" y="451246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57B9D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00100" y="46648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333500" y="4512469"/>
            <a:ext cx="4533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NetworkX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33500" y="4893352"/>
            <a:ext cx="45053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Computes </a:t>
            </a:r>
            <a:r>
              <a:rPr lang="en-US" sz="1350" b="1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shortest path using Dijkstra's algorithm</a:t>
            </a:r>
            <a:r>
              <a:rPr lang="en-US" sz="135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optimizing for distance and traffic conditions.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5526765"/>
            <a:ext cx="72390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70259" y="5526765"/>
            <a:ext cx="103822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29350" y="1257300"/>
            <a:ext cx="5581650" cy="2495550"/>
          </a:xfrm>
          <a:custGeom>
            <a:avLst/>
            <a:gdLst/>
            <a:ahLst/>
            <a:cxnLst/>
            <a:rect l="l" t="t" r="r" b="b"/>
            <a:pathLst>
              <a:path w="5581650" h="2495550">
                <a:moveTo>
                  <a:pt x="38100" y="0"/>
                </a:moveTo>
                <a:lnTo>
                  <a:pt x="5429247" y="0"/>
                </a:lnTo>
                <a:cubicBezTo>
                  <a:pt x="5513417" y="0"/>
                  <a:pt x="5581650" y="68233"/>
                  <a:pt x="5581650" y="152403"/>
                </a:cubicBezTo>
                <a:lnTo>
                  <a:pt x="5581650" y="2343147"/>
                </a:lnTo>
                <a:cubicBezTo>
                  <a:pt x="5581650" y="2427317"/>
                  <a:pt x="5513417" y="2495550"/>
                  <a:pt x="5429247" y="2495550"/>
                </a:cubicBezTo>
                <a:lnTo>
                  <a:pt x="38100" y="2495550"/>
                </a:lnTo>
                <a:cubicBezTo>
                  <a:pt x="17072" y="2495550"/>
                  <a:pt x="0" y="2478478"/>
                  <a:pt x="0" y="2457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29350" y="1257300"/>
            <a:ext cx="38100" cy="2495550"/>
          </a:xfrm>
          <a:custGeom>
            <a:avLst/>
            <a:gdLst/>
            <a:ahLst/>
            <a:cxnLst/>
            <a:rect l="l" t="t" r="r" b="b"/>
            <a:pathLst>
              <a:path w="38100" h="2495550">
                <a:moveTo>
                  <a:pt x="38100" y="0"/>
                </a:moveTo>
                <a:lnTo>
                  <a:pt x="38100" y="0"/>
                </a:lnTo>
                <a:lnTo>
                  <a:pt x="38100" y="2495550"/>
                </a:lnTo>
                <a:lnTo>
                  <a:pt x="38100" y="2495550"/>
                </a:lnTo>
                <a:cubicBezTo>
                  <a:pt x="17072" y="2495550"/>
                  <a:pt x="0" y="2478478"/>
                  <a:pt x="0" y="2457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477000" y="186451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chemeClr val="accent5">
              <a:lumMod val="50000"/>
              <a:alpha val="10196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600825" y="2016919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57175" y="21431"/>
                </a:moveTo>
                <a:cubicBezTo>
                  <a:pt x="257175" y="16475"/>
                  <a:pt x="254630" y="11876"/>
                  <a:pt x="250388" y="9287"/>
                </a:cubicBezTo>
                <a:cubicBezTo>
                  <a:pt x="246147" y="6697"/>
                  <a:pt x="240923" y="6429"/>
                  <a:pt x="236503" y="8662"/>
                </a:cubicBezTo>
                <a:lnTo>
                  <a:pt x="184621" y="34603"/>
                </a:lnTo>
                <a:lnTo>
                  <a:pt x="104522" y="7858"/>
                </a:lnTo>
                <a:cubicBezTo>
                  <a:pt x="100905" y="6653"/>
                  <a:pt x="97021" y="6921"/>
                  <a:pt x="93628" y="8617"/>
                </a:cubicBezTo>
                <a:lnTo>
                  <a:pt x="36478" y="37192"/>
                </a:lnTo>
                <a:cubicBezTo>
                  <a:pt x="31611" y="39648"/>
                  <a:pt x="28575" y="44604"/>
                  <a:pt x="28575" y="50006"/>
                </a:cubicBezTo>
                <a:lnTo>
                  <a:pt x="28575" y="207169"/>
                </a:lnTo>
                <a:cubicBezTo>
                  <a:pt x="28575" y="212125"/>
                  <a:pt x="31120" y="216724"/>
                  <a:pt x="35362" y="219313"/>
                </a:cubicBezTo>
                <a:cubicBezTo>
                  <a:pt x="39603" y="221903"/>
                  <a:pt x="44827" y="222171"/>
                  <a:pt x="49247" y="219938"/>
                </a:cubicBezTo>
                <a:lnTo>
                  <a:pt x="101084" y="193997"/>
                </a:lnTo>
                <a:lnTo>
                  <a:pt x="178460" y="219804"/>
                </a:lnTo>
                <a:cubicBezTo>
                  <a:pt x="176540" y="216947"/>
                  <a:pt x="174665" y="213955"/>
                  <a:pt x="172834" y="210919"/>
                </a:cubicBezTo>
                <a:cubicBezTo>
                  <a:pt x="167923" y="202749"/>
                  <a:pt x="163056" y="193372"/>
                  <a:pt x="159440" y="183326"/>
                </a:cubicBezTo>
                <a:lnTo>
                  <a:pt x="114255" y="168280"/>
                </a:lnTo>
                <a:lnTo>
                  <a:pt x="114255" y="41255"/>
                </a:lnTo>
                <a:lnTo>
                  <a:pt x="171405" y="60320"/>
                </a:lnTo>
                <a:lnTo>
                  <a:pt x="171405" y="104656"/>
                </a:lnTo>
                <a:cubicBezTo>
                  <a:pt x="185246" y="88672"/>
                  <a:pt x="205785" y="78581"/>
                  <a:pt x="228555" y="78581"/>
                </a:cubicBezTo>
                <a:cubicBezTo>
                  <a:pt x="238646" y="78581"/>
                  <a:pt x="248290" y="80546"/>
                  <a:pt x="257130" y="84162"/>
                </a:cubicBezTo>
                <a:lnTo>
                  <a:pt x="257175" y="21431"/>
                </a:lnTo>
                <a:close/>
                <a:moveTo>
                  <a:pt x="228600" y="100013"/>
                </a:moveTo>
                <a:cubicBezTo>
                  <a:pt x="198998" y="100013"/>
                  <a:pt x="175022" y="123587"/>
                  <a:pt x="175022" y="152653"/>
                </a:cubicBezTo>
                <a:cubicBezTo>
                  <a:pt x="175022" y="183416"/>
                  <a:pt x="203642" y="219804"/>
                  <a:pt x="219045" y="237173"/>
                </a:cubicBezTo>
                <a:cubicBezTo>
                  <a:pt x="224224" y="242977"/>
                  <a:pt x="233020" y="242977"/>
                  <a:pt x="238199" y="237173"/>
                </a:cubicBezTo>
                <a:cubicBezTo>
                  <a:pt x="253603" y="219804"/>
                  <a:pt x="282223" y="183416"/>
                  <a:pt x="282223" y="152653"/>
                </a:cubicBezTo>
                <a:cubicBezTo>
                  <a:pt x="282223" y="123587"/>
                  <a:pt x="258247" y="100013"/>
                  <a:pt x="228645" y="100013"/>
                </a:cubicBezTo>
                <a:close/>
                <a:moveTo>
                  <a:pt x="210741" y="153591"/>
                </a:moveTo>
                <a:cubicBezTo>
                  <a:pt x="210741" y="143734"/>
                  <a:pt x="218743" y="135731"/>
                  <a:pt x="228600" y="135731"/>
                </a:cubicBezTo>
                <a:cubicBezTo>
                  <a:pt x="238457" y="135731"/>
                  <a:pt x="246459" y="143734"/>
                  <a:pt x="246459" y="153591"/>
                </a:cubicBezTo>
                <a:cubicBezTo>
                  <a:pt x="246459" y="163447"/>
                  <a:pt x="238457" y="171450"/>
                  <a:pt x="228600" y="171450"/>
                </a:cubicBezTo>
                <a:cubicBezTo>
                  <a:pt x="218743" y="171450"/>
                  <a:pt x="210741" y="163447"/>
                  <a:pt x="210741" y="153591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162800" y="1864519"/>
            <a:ext cx="4533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Folium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62800" y="2245402"/>
            <a:ext cx="45053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Renders </a:t>
            </a:r>
            <a:r>
              <a:rPr lang="en-US" sz="1350" b="1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live interactive map</a:t>
            </a:r>
            <a:r>
              <a:rPr lang="en-US" sz="135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with route animation, SOS markers, hospital locations, and vehicle tracking.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62800" y="2878815"/>
            <a:ext cx="9048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78391" y="2878815"/>
            <a:ext cx="85725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0300" y="3905250"/>
            <a:ext cx="5600700" cy="2495550"/>
          </a:xfrm>
          <a:custGeom>
            <a:avLst/>
            <a:gdLst/>
            <a:ahLst/>
            <a:cxnLst/>
            <a:rect l="l" t="t" r="r" b="b"/>
            <a:pathLst>
              <a:path w="5600700" h="2495550">
                <a:moveTo>
                  <a:pt x="152403" y="0"/>
                </a:moveTo>
                <a:lnTo>
                  <a:pt x="5448297" y="0"/>
                </a:lnTo>
                <a:cubicBezTo>
                  <a:pt x="5532467" y="0"/>
                  <a:pt x="5600700" y="68233"/>
                  <a:pt x="5600700" y="152403"/>
                </a:cubicBezTo>
                <a:lnTo>
                  <a:pt x="5600700" y="2343147"/>
                </a:lnTo>
                <a:cubicBezTo>
                  <a:pt x="5600700" y="2427317"/>
                  <a:pt x="5532467" y="2495550"/>
                  <a:pt x="5448297" y="2495550"/>
                </a:cubicBezTo>
                <a:lnTo>
                  <a:pt x="152403" y="2495550"/>
                </a:lnTo>
                <a:cubicBezTo>
                  <a:pt x="68233" y="2495550"/>
                  <a:pt x="0" y="2427317"/>
                  <a:pt x="0" y="234314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438900" y="416361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36" name="Shape 34"/>
          <p:cNvSpPr/>
          <p:nvPr/>
        </p:nvSpPr>
        <p:spPr>
          <a:xfrm>
            <a:off x="6591300" y="431601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84" y="0"/>
                </a:moveTo>
                <a:cubicBezTo>
                  <a:pt x="172611" y="0"/>
                  <a:pt x="228600" y="55989"/>
                  <a:pt x="228600" y="125016"/>
                </a:cubicBezTo>
                <a:cubicBezTo>
                  <a:pt x="228600" y="130954"/>
                  <a:pt x="223823" y="135731"/>
                  <a:pt x="217884" y="135731"/>
                </a:cubicBezTo>
                <a:cubicBezTo>
                  <a:pt x="211946" y="135731"/>
                  <a:pt x="207169" y="130954"/>
                  <a:pt x="207169" y="125016"/>
                </a:cubicBezTo>
                <a:cubicBezTo>
                  <a:pt x="207169" y="67821"/>
                  <a:pt x="160779" y="21431"/>
                  <a:pt x="103584" y="21431"/>
                </a:cubicBezTo>
                <a:cubicBezTo>
                  <a:pt x="97646" y="21431"/>
                  <a:pt x="92869" y="16654"/>
                  <a:pt x="92869" y="10716"/>
                </a:cubicBezTo>
                <a:cubicBezTo>
                  <a:pt x="92869" y="4777"/>
                  <a:pt x="97646" y="0"/>
                  <a:pt x="103584" y="0"/>
                </a:cubicBezTo>
                <a:close/>
                <a:moveTo>
                  <a:pt x="92869" y="53578"/>
                </a:moveTo>
                <a:cubicBezTo>
                  <a:pt x="92869" y="47640"/>
                  <a:pt x="97646" y="42863"/>
                  <a:pt x="103584" y="42863"/>
                </a:cubicBezTo>
                <a:cubicBezTo>
                  <a:pt x="148947" y="42863"/>
                  <a:pt x="185738" y="79653"/>
                  <a:pt x="185738" y="125016"/>
                </a:cubicBezTo>
                <a:cubicBezTo>
                  <a:pt x="185738" y="130954"/>
                  <a:pt x="180960" y="135731"/>
                  <a:pt x="175022" y="135731"/>
                </a:cubicBezTo>
                <a:cubicBezTo>
                  <a:pt x="169084" y="135731"/>
                  <a:pt x="164306" y="130954"/>
                  <a:pt x="164306" y="125016"/>
                </a:cubicBezTo>
                <a:cubicBezTo>
                  <a:pt x="164306" y="91485"/>
                  <a:pt x="137115" y="64294"/>
                  <a:pt x="103584" y="64294"/>
                </a:cubicBezTo>
                <a:cubicBezTo>
                  <a:pt x="97646" y="64294"/>
                  <a:pt x="92869" y="59516"/>
                  <a:pt x="92869" y="53578"/>
                </a:cubicBezTo>
                <a:close/>
                <a:moveTo>
                  <a:pt x="11787" y="63713"/>
                </a:moveTo>
                <a:cubicBezTo>
                  <a:pt x="15716" y="55721"/>
                  <a:pt x="26253" y="54828"/>
                  <a:pt x="32549" y="61124"/>
                </a:cubicBezTo>
                <a:lnTo>
                  <a:pt x="89922" y="118497"/>
                </a:lnTo>
                <a:lnTo>
                  <a:pt x="104209" y="104209"/>
                </a:lnTo>
                <a:cubicBezTo>
                  <a:pt x="109791" y="98628"/>
                  <a:pt x="118854" y="98628"/>
                  <a:pt x="124435" y="104209"/>
                </a:cubicBezTo>
                <a:cubicBezTo>
                  <a:pt x="130016" y="109791"/>
                  <a:pt x="130016" y="118854"/>
                  <a:pt x="124435" y="124435"/>
                </a:cubicBezTo>
                <a:lnTo>
                  <a:pt x="110148" y="138723"/>
                </a:lnTo>
                <a:lnTo>
                  <a:pt x="167521" y="196096"/>
                </a:lnTo>
                <a:cubicBezTo>
                  <a:pt x="173816" y="202391"/>
                  <a:pt x="172879" y="212884"/>
                  <a:pt x="164931" y="216857"/>
                </a:cubicBezTo>
                <a:cubicBezTo>
                  <a:pt x="149662" y="224403"/>
                  <a:pt x="132517" y="228645"/>
                  <a:pt x="114345" y="228645"/>
                </a:cubicBezTo>
                <a:cubicBezTo>
                  <a:pt x="51212" y="228645"/>
                  <a:pt x="45" y="177478"/>
                  <a:pt x="45" y="114345"/>
                </a:cubicBezTo>
                <a:cubicBezTo>
                  <a:pt x="45" y="96173"/>
                  <a:pt x="4286" y="78983"/>
                  <a:pt x="11832" y="63758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124700" y="4163616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GPS Simulation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24700" y="4544499"/>
            <a:ext cx="4543425" cy="83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Ambulance moves step-by-step</a:t>
            </a:r>
            <a:r>
              <a:rPr lang="en-US" sz="1350" dirty="0"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on the calculated route from dispatch location to SOS destination with real-time position updates.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124700" y="5494618"/>
            <a:ext cx="4457700" cy="647700"/>
          </a:xfrm>
          <a:custGeom>
            <a:avLst/>
            <a:gdLst/>
            <a:ahLst/>
            <a:cxnLst/>
            <a:rect l="l" t="t" r="r" b="b"/>
            <a:pathLst>
              <a:path w="4457700" h="647700">
                <a:moveTo>
                  <a:pt x="114300" y="0"/>
                </a:moveTo>
                <a:lnTo>
                  <a:pt x="4343400" y="0"/>
                </a:lnTo>
                <a:cubicBezTo>
                  <a:pt x="4406526" y="0"/>
                  <a:pt x="4457700" y="51174"/>
                  <a:pt x="4457700" y="114300"/>
                </a:cubicBezTo>
                <a:lnTo>
                  <a:pt x="4457700" y="533400"/>
                </a:lnTo>
                <a:cubicBezTo>
                  <a:pt x="4457700" y="596526"/>
                  <a:pt x="4406526" y="647700"/>
                  <a:pt x="4343400" y="647700"/>
                </a:cubicBezTo>
                <a:lnTo>
                  <a:pt x="114300" y="647700"/>
                </a:lnTo>
                <a:cubicBezTo>
                  <a:pt x="51216" y="647700"/>
                  <a:pt x="0" y="596484"/>
                  <a:pt x="0" y="533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253288" y="570416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30048" y="200025"/>
                </a:lnTo>
                <a:cubicBezTo>
                  <a:pt x="34692" y="216500"/>
                  <a:pt x="49872" y="228600"/>
                  <a:pt x="67866" y="228600"/>
                </a:cubicBezTo>
                <a:cubicBezTo>
                  <a:pt x="85859" y="228600"/>
                  <a:pt x="100995" y="216500"/>
                  <a:pt x="105683" y="200025"/>
                </a:cubicBezTo>
                <a:lnTo>
                  <a:pt x="151492" y="200025"/>
                </a:lnTo>
                <a:cubicBezTo>
                  <a:pt x="156136" y="216500"/>
                  <a:pt x="171316" y="228600"/>
                  <a:pt x="189309" y="228600"/>
                </a:cubicBezTo>
                <a:cubicBezTo>
                  <a:pt x="207303" y="228600"/>
                  <a:pt x="222439" y="216500"/>
                  <a:pt x="227127" y="200025"/>
                </a:cubicBezTo>
                <a:lnTo>
                  <a:pt x="228600" y="200025"/>
                </a:lnTo>
                <a:cubicBezTo>
                  <a:pt x="244361" y="200025"/>
                  <a:pt x="257175" y="187211"/>
                  <a:pt x="257175" y="171450"/>
                </a:cubicBezTo>
                <a:lnTo>
                  <a:pt x="257175" y="105951"/>
                </a:lnTo>
                <a:cubicBezTo>
                  <a:pt x="257175" y="98361"/>
                  <a:pt x="254184" y="91083"/>
                  <a:pt x="248826" y="85725"/>
                </a:cubicBezTo>
                <a:lnTo>
                  <a:pt x="228600" y="65499"/>
                </a:lnTo>
                <a:cubicBezTo>
                  <a:pt x="223242" y="60141"/>
                  <a:pt x="215964" y="57150"/>
                  <a:pt x="208374" y="57150"/>
                </a:cubicBezTo>
                <a:lnTo>
                  <a:pt x="185738" y="57150"/>
                </a:lnTo>
                <a:lnTo>
                  <a:pt x="185738" y="42862"/>
                </a:lnTo>
                <a:cubicBezTo>
                  <a:pt x="185738" y="27102"/>
                  <a:pt x="172923" y="14287"/>
                  <a:pt x="157163" y="14287"/>
                </a:cubicBezTo>
                <a:lnTo>
                  <a:pt x="28575" y="14288"/>
                </a:lnTo>
                <a:close/>
                <a:moveTo>
                  <a:pt x="228600" y="105951"/>
                </a:moveTo>
                <a:lnTo>
                  <a:pt x="228600" y="128588"/>
                </a:lnTo>
                <a:lnTo>
                  <a:pt x="185738" y="128588"/>
                </a:lnTo>
                <a:lnTo>
                  <a:pt x="185738" y="85725"/>
                </a:lnTo>
                <a:lnTo>
                  <a:pt x="208374" y="85725"/>
                </a:lnTo>
                <a:lnTo>
                  <a:pt x="228600" y="105951"/>
                </a:lnTo>
                <a:close/>
                <a:moveTo>
                  <a:pt x="67866" y="171450"/>
                </a:moveTo>
                <a:cubicBezTo>
                  <a:pt x="77722" y="171450"/>
                  <a:pt x="85725" y="179453"/>
                  <a:pt x="85725" y="189309"/>
                </a:cubicBezTo>
                <a:cubicBezTo>
                  <a:pt x="85725" y="199166"/>
                  <a:pt x="77722" y="207169"/>
                  <a:pt x="67866" y="207169"/>
                </a:cubicBezTo>
                <a:cubicBezTo>
                  <a:pt x="58009" y="207169"/>
                  <a:pt x="50006" y="199166"/>
                  <a:pt x="50006" y="189309"/>
                </a:cubicBezTo>
                <a:cubicBezTo>
                  <a:pt x="50006" y="179453"/>
                  <a:pt x="58009" y="171450"/>
                  <a:pt x="67866" y="171450"/>
                </a:cubicBezTo>
                <a:close/>
                <a:moveTo>
                  <a:pt x="171450" y="189309"/>
                </a:moveTo>
                <a:cubicBezTo>
                  <a:pt x="171450" y="179453"/>
                  <a:pt x="179453" y="171450"/>
                  <a:pt x="189309" y="171450"/>
                </a:cubicBezTo>
                <a:cubicBezTo>
                  <a:pt x="199166" y="171450"/>
                  <a:pt x="207169" y="179453"/>
                  <a:pt x="207169" y="189309"/>
                </a:cubicBezTo>
                <a:cubicBezTo>
                  <a:pt x="207169" y="199166"/>
                  <a:pt x="199166" y="207169"/>
                  <a:pt x="189309" y="207169"/>
                </a:cubicBezTo>
                <a:cubicBezTo>
                  <a:pt x="179453" y="207169"/>
                  <a:pt x="171450" y="199166"/>
                  <a:pt x="171450" y="189309"/>
                </a:cubicBezTo>
                <a:close/>
                <a:moveTo>
                  <a:pt x="78581" y="60722"/>
                </a:moveTo>
                <a:cubicBezTo>
                  <a:pt x="78581" y="56793"/>
                  <a:pt x="81796" y="53578"/>
                  <a:pt x="85725" y="53578"/>
                </a:cubicBezTo>
                <a:lnTo>
                  <a:pt x="100013" y="53578"/>
                </a:lnTo>
                <a:cubicBezTo>
                  <a:pt x="103942" y="53578"/>
                  <a:pt x="107156" y="56793"/>
                  <a:pt x="107156" y="60722"/>
                </a:cubicBezTo>
                <a:lnTo>
                  <a:pt x="107156" y="78581"/>
                </a:lnTo>
                <a:lnTo>
                  <a:pt x="125016" y="78581"/>
                </a:lnTo>
                <a:cubicBezTo>
                  <a:pt x="128945" y="78581"/>
                  <a:pt x="132159" y="81796"/>
                  <a:pt x="132159" y="85725"/>
                </a:cubicBezTo>
                <a:lnTo>
                  <a:pt x="132159" y="100013"/>
                </a:lnTo>
                <a:cubicBezTo>
                  <a:pt x="132159" y="103942"/>
                  <a:pt x="128945" y="107156"/>
                  <a:pt x="125016" y="107156"/>
                </a:cubicBezTo>
                <a:lnTo>
                  <a:pt x="107156" y="107156"/>
                </a:lnTo>
                <a:lnTo>
                  <a:pt x="107156" y="125016"/>
                </a:lnTo>
                <a:cubicBezTo>
                  <a:pt x="107156" y="128945"/>
                  <a:pt x="103942" y="132159"/>
                  <a:pt x="100013" y="132159"/>
                </a:cubicBezTo>
                <a:lnTo>
                  <a:pt x="85725" y="132159"/>
                </a:lnTo>
                <a:cubicBezTo>
                  <a:pt x="81796" y="132159"/>
                  <a:pt x="78581" y="128945"/>
                  <a:pt x="78581" y="125016"/>
                </a:cubicBezTo>
                <a:lnTo>
                  <a:pt x="78581" y="107156"/>
                </a:lnTo>
                <a:lnTo>
                  <a:pt x="60722" y="107156"/>
                </a:lnTo>
                <a:cubicBezTo>
                  <a:pt x="56793" y="107156"/>
                  <a:pt x="53578" y="103942"/>
                  <a:pt x="53578" y="100013"/>
                </a:cubicBezTo>
                <a:lnTo>
                  <a:pt x="53578" y="85725"/>
                </a:lnTo>
                <a:cubicBezTo>
                  <a:pt x="53578" y="81796"/>
                  <a:pt x="56793" y="78581"/>
                  <a:pt x="60722" y="78581"/>
                </a:cubicBezTo>
                <a:lnTo>
                  <a:pt x="78581" y="78581"/>
                </a:lnTo>
                <a:lnTo>
                  <a:pt x="78581" y="60722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41" name="Text 39"/>
          <p:cNvSpPr/>
          <p:nvPr/>
        </p:nvSpPr>
        <p:spPr>
          <a:xfrm>
            <a:off x="7639050" y="5608918"/>
            <a:ext cx="1724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Live Vehicle Tracking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639050" y="5837518"/>
            <a:ext cx="171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Step-by-step GPS animation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608" y="351608"/>
            <a:ext cx="11559106" cy="210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b="1" kern="0" spc="55" dirty="0">
                <a:solidFill>
                  <a:schemeClr val="accent5">
                    <a:lumMod val="5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User Interface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51608" y="597733"/>
            <a:ext cx="11699749" cy="4219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Live Emergency Dashboard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1608" y="1160306"/>
            <a:ext cx="5634515" cy="2777702"/>
          </a:xfrm>
          <a:custGeom>
            <a:avLst/>
            <a:gdLst/>
            <a:ahLst/>
            <a:cxnLst/>
            <a:rect l="l" t="t" r="r" b="b"/>
            <a:pathLst>
              <a:path w="5634515" h="2777702">
                <a:moveTo>
                  <a:pt x="140635" y="0"/>
                </a:moveTo>
                <a:lnTo>
                  <a:pt x="5493880" y="0"/>
                </a:lnTo>
                <a:cubicBezTo>
                  <a:pt x="5571550" y="0"/>
                  <a:pt x="5634515" y="62964"/>
                  <a:pt x="5634515" y="140635"/>
                </a:cubicBezTo>
                <a:lnTo>
                  <a:pt x="5634515" y="2637066"/>
                </a:lnTo>
                <a:cubicBezTo>
                  <a:pt x="5634515" y="2714737"/>
                  <a:pt x="5571550" y="2777702"/>
                  <a:pt x="5493880" y="2777702"/>
                </a:cubicBezTo>
                <a:lnTo>
                  <a:pt x="140635" y="2777702"/>
                </a:lnTo>
                <a:cubicBezTo>
                  <a:pt x="62964" y="2777702"/>
                  <a:pt x="0" y="2714737"/>
                  <a:pt x="0" y="2637066"/>
                </a:cubicBezTo>
                <a:lnTo>
                  <a:pt x="0" y="140635"/>
                </a:lnTo>
                <a:cubicBezTo>
                  <a:pt x="0" y="63016"/>
                  <a:pt x="63016" y="0"/>
                  <a:pt x="140635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27412" y="1583115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105482" y="0"/>
                </a:moveTo>
                <a:lnTo>
                  <a:pt x="316447" y="0"/>
                </a:lnTo>
                <a:cubicBezTo>
                  <a:pt x="374664" y="0"/>
                  <a:pt x="421929" y="47265"/>
                  <a:pt x="421929" y="105482"/>
                </a:cubicBezTo>
                <a:lnTo>
                  <a:pt x="421929" y="316447"/>
                </a:lnTo>
                <a:cubicBezTo>
                  <a:pt x="421929" y="374664"/>
                  <a:pt x="374664" y="421929"/>
                  <a:pt x="316447" y="421929"/>
                </a:cubicBezTo>
                <a:lnTo>
                  <a:pt x="105482" y="421929"/>
                </a:lnTo>
                <a:cubicBezTo>
                  <a:pt x="47265" y="421929"/>
                  <a:pt x="0" y="374664"/>
                  <a:pt x="0" y="316447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650474" y="1706178"/>
            <a:ext cx="175804" cy="175804"/>
          </a:xfrm>
          <a:custGeom>
            <a:avLst/>
            <a:gdLst/>
            <a:ahLst/>
            <a:cxnLst/>
            <a:rect l="l" t="t" r="r" b="b"/>
            <a:pathLst>
              <a:path w="175804" h="175804">
                <a:moveTo>
                  <a:pt x="10988" y="21975"/>
                </a:moveTo>
                <a:cubicBezTo>
                  <a:pt x="4910" y="21975"/>
                  <a:pt x="0" y="26886"/>
                  <a:pt x="0" y="32963"/>
                </a:cubicBezTo>
                <a:cubicBezTo>
                  <a:pt x="0" y="39041"/>
                  <a:pt x="4910" y="43951"/>
                  <a:pt x="10988" y="43951"/>
                </a:cubicBezTo>
                <a:lnTo>
                  <a:pt x="40758" y="43951"/>
                </a:lnTo>
                <a:cubicBezTo>
                  <a:pt x="44981" y="53668"/>
                  <a:pt x="54664" y="60433"/>
                  <a:pt x="65926" y="60433"/>
                </a:cubicBezTo>
                <a:cubicBezTo>
                  <a:pt x="77189" y="60433"/>
                  <a:pt x="86872" y="53668"/>
                  <a:pt x="91095" y="43951"/>
                </a:cubicBezTo>
                <a:lnTo>
                  <a:pt x="164816" y="43951"/>
                </a:lnTo>
                <a:cubicBezTo>
                  <a:pt x="170894" y="43951"/>
                  <a:pt x="175804" y="39041"/>
                  <a:pt x="175804" y="32963"/>
                </a:cubicBezTo>
                <a:cubicBezTo>
                  <a:pt x="175804" y="26886"/>
                  <a:pt x="170894" y="21975"/>
                  <a:pt x="164816" y="21975"/>
                </a:cubicBezTo>
                <a:lnTo>
                  <a:pt x="91095" y="21975"/>
                </a:lnTo>
                <a:cubicBezTo>
                  <a:pt x="86872" y="12258"/>
                  <a:pt x="77189" y="5494"/>
                  <a:pt x="65926" y="5494"/>
                </a:cubicBezTo>
                <a:cubicBezTo>
                  <a:pt x="54664" y="5494"/>
                  <a:pt x="44981" y="12258"/>
                  <a:pt x="40758" y="21975"/>
                </a:cubicBezTo>
                <a:lnTo>
                  <a:pt x="10988" y="21975"/>
                </a:lnTo>
                <a:close/>
                <a:moveTo>
                  <a:pt x="10988" y="76914"/>
                </a:moveTo>
                <a:cubicBezTo>
                  <a:pt x="4910" y="76914"/>
                  <a:pt x="0" y="81824"/>
                  <a:pt x="0" y="87902"/>
                </a:cubicBezTo>
                <a:cubicBezTo>
                  <a:pt x="0" y="93980"/>
                  <a:pt x="4910" y="98890"/>
                  <a:pt x="10988" y="98890"/>
                </a:cubicBezTo>
                <a:lnTo>
                  <a:pt x="95696" y="98890"/>
                </a:lnTo>
                <a:cubicBezTo>
                  <a:pt x="99920" y="108607"/>
                  <a:pt x="109603" y="115371"/>
                  <a:pt x="120865" y="115371"/>
                </a:cubicBezTo>
                <a:cubicBezTo>
                  <a:pt x="132128" y="115371"/>
                  <a:pt x="141811" y="108607"/>
                  <a:pt x="146034" y="98890"/>
                </a:cubicBezTo>
                <a:lnTo>
                  <a:pt x="164816" y="98890"/>
                </a:lnTo>
                <a:cubicBezTo>
                  <a:pt x="170894" y="98890"/>
                  <a:pt x="175804" y="93980"/>
                  <a:pt x="175804" y="87902"/>
                </a:cubicBezTo>
                <a:cubicBezTo>
                  <a:pt x="175804" y="81824"/>
                  <a:pt x="170894" y="76914"/>
                  <a:pt x="164816" y="76914"/>
                </a:cubicBezTo>
                <a:lnTo>
                  <a:pt x="146034" y="76914"/>
                </a:lnTo>
                <a:cubicBezTo>
                  <a:pt x="141811" y="67197"/>
                  <a:pt x="132128" y="60433"/>
                  <a:pt x="120865" y="60433"/>
                </a:cubicBezTo>
                <a:cubicBezTo>
                  <a:pt x="109603" y="60433"/>
                  <a:pt x="99920" y="67197"/>
                  <a:pt x="95696" y="76914"/>
                </a:cubicBezTo>
                <a:lnTo>
                  <a:pt x="10988" y="76914"/>
                </a:lnTo>
                <a:close/>
                <a:moveTo>
                  <a:pt x="10988" y="131853"/>
                </a:moveTo>
                <a:cubicBezTo>
                  <a:pt x="4910" y="131853"/>
                  <a:pt x="0" y="136763"/>
                  <a:pt x="0" y="142841"/>
                </a:cubicBezTo>
                <a:cubicBezTo>
                  <a:pt x="0" y="148918"/>
                  <a:pt x="4910" y="153828"/>
                  <a:pt x="10988" y="153828"/>
                </a:cubicBezTo>
                <a:lnTo>
                  <a:pt x="29770" y="153828"/>
                </a:lnTo>
                <a:cubicBezTo>
                  <a:pt x="33993" y="163546"/>
                  <a:pt x="43676" y="170310"/>
                  <a:pt x="54939" y="170310"/>
                </a:cubicBezTo>
                <a:cubicBezTo>
                  <a:pt x="66201" y="170310"/>
                  <a:pt x="75884" y="163546"/>
                  <a:pt x="80108" y="153828"/>
                </a:cubicBezTo>
                <a:lnTo>
                  <a:pt x="164816" y="153828"/>
                </a:lnTo>
                <a:cubicBezTo>
                  <a:pt x="170894" y="153828"/>
                  <a:pt x="175804" y="148918"/>
                  <a:pt x="175804" y="142841"/>
                </a:cubicBezTo>
                <a:cubicBezTo>
                  <a:pt x="175804" y="136763"/>
                  <a:pt x="170894" y="131853"/>
                  <a:pt x="164816" y="131853"/>
                </a:cubicBezTo>
                <a:lnTo>
                  <a:pt x="80108" y="131853"/>
                </a:lnTo>
                <a:cubicBezTo>
                  <a:pt x="75884" y="122136"/>
                  <a:pt x="66201" y="115371"/>
                  <a:pt x="54939" y="115371"/>
                </a:cubicBezTo>
                <a:cubicBezTo>
                  <a:pt x="43676" y="115371"/>
                  <a:pt x="33993" y="122136"/>
                  <a:pt x="29770" y="131853"/>
                </a:cubicBezTo>
                <a:lnTo>
                  <a:pt x="10988" y="131853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54823" y="1653436"/>
            <a:ext cx="1485543" cy="281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Sidebar Controls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7412" y="2110527"/>
            <a:ext cx="5282907" cy="421929"/>
          </a:xfrm>
          <a:custGeom>
            <a:avLst/>
            <a:gdLst/>
            <a:ahLst/>
            <a:cxnLst/>
            <a:rect l="l" t="t" r="r" b="b"/>
            <a:pathLst>
              <a:path w="5282907" h="421929">
                <a:moveTo>
                  <a:pt x="70323" y="0"/>
                </a:moveTo>
                <a:lnTo>
                  <a:pt x="5212584" y="0"/>
                </a:lnTo>
                <a:cubicBezTo>
                  <a:pt x="5251422" y="0"/>
                  <a:pt x="5282907" y="31485"/>
                  <a:pt x="5282907" y="70323"/>
                </a:cubicBezTo>
                <a:lnTo>
                  <a:pt x="5282907" y="351606"/>
                </a:lnTo>
                <a:cubicBezTo>
                  <a:pt x="5282907" y="390445"/>
                  <a:pt x="5251422" y="421929"/>
                  <a:pt x="5212584" y="421929"/>
                </a:cubicBezTo>
                <a:lnTo>
                  <a:pt x="70323" y="421929"/>
                </a:lnTo>
                <a:cubicBezTo>
                  <a:pt x="31511" y="421929"/>
                  <a:pt x="0" y="390419"/>
                  <a:pt x="0" y="351606"/>
                </a:cubicBezTo>
                <a:lnTo>
                  <a:pt x="0" y="70323"/>
                </a:lnTo>
                <a:cubicBezTo>
                  <a:pt x="0" y="31511"/>
                  <a:pt x="31511" y="0"/>
                  <a:pt x="7032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6371" dist="879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4647" y="2242380"/>
            <a:ext cx="118668" cy="158224"/>
          </a:xfrm>
          <a:custGeom>
            <a:avLst/>
            <a:gdLst/>
            <a:ahLst/>
            <a:cxnLst/>
            <a:rect l="l" t="t" r="r" b="b"/>
            <a:pathLst>
              <a:path w="118668" h="158224">
                <a:moveTo>
                  <a:pt x="0" y="58283"/>
                </a:moveTo>
                <a:cubicBezTo>
                  <a:pt x="0" y="26082"/>
                  <a:pt x="26577" y="0"/>
                  <a:pt x="59334" y="0"/>
                </a:cubicBezTo>
                <a:cubicBezTo>
                  <a:pt x="92091" y="0"/>
                  <a:pt x="118668" y="26082"/>
                  <a:pt x="118668" y="58283"/>
                </a:cubicBezTo>
                <a:cubicBezTo>
                  <a:pt x="118668" y="95150"/>
                  <a:pt x="81522" y="139342"/>
                  <a:pt x="66009" y="156184"/>
                </a:cubicBezTo>
                <a:cubicBezTo>
                  <a:pt x="62362" y="160139"/>
                  <a:pt x="56274" y="160139"/>
                  <a:pt x="52628" y="156184"/>
                </a:cubicBezTo>
                <a:cubicBezTo>
                  <a:pt x="37115" y="139342"/>
                  <a:pt x="-31" y="95150"/>
                  <a:pt x="-31" y="58283"/>
                </a:cubicBezTo>
                <a:close/>
                <a:moveTo>
                  <a:pt x="59334" y="79112"/>
                </a:moveTo>
                <a:cubicBezTo>
                  <a:pt x="70250" y="79112"/>
                  <a:pt x="79112" y="70250"/>
                  <a:pt x="79112" y="59334"/>
                </a:cubicBezTo>
                <a:cubicBezTo>
                  <a:pt x="79112" y="48418"/>
                  <a:pt x="70250" y="39556"/>
                  <a:pt x="59334" y="39556"/>
                </a:cubicBezTo>
                <a:cubicBezTo>
                  <a:pt x="48418" y="39556"/>
                  <a:pt x="39556" y="48418"/>
                  <a:pt x="39556" y="59334"/>
                </a:cubicBezTo>
                <a:cubicBezTo>
                  <a:pt x="39556" y="70250"/>
                  <a:pt x="48418" y="79112"/>
                  <a:pt x="59334" y="79112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36156" y="2216009"/>
            <a:ext cx="2795282" cy="210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Enter Location</a:t>
            </a:r>
            <a:r>
              <a:rPr lang="en-US" sz="1105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GPS coordinates or address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7412" y="2602777"/>
            <a:ext cx="5282907" cy="421929"/>
          </a:xfrm>
          <a:custGeom>
            <a:avLst/>
            <a:gdLst/>
            <a:ahLst/>
            <a:cxnLst/>
            <a:rect l="l" t="t" r="r" b="b"/>
            <a:pathLst>
              <a:path w="5282907" h="421929">
                <a:moveTo>
                  <a:pt x="70323" y="0"/>
                </a:moveTo>
                <a:lnTo>
                  <a:pt x="5212584" y="0"/>
                </a:lnTo>
                <a:cubicBezTo>
                  <a:pt x="5251422" y="0"/>
                  <a:pt x="5282907" y="31485"/>
                  <a:pt x="5282907" y="70323"/>
                </a:cubicBezTo>
                <a:lnTo>
                  <a:pt x="5282907" y="351606"/>
                </a:lnTo>
                <a:cubicBezTo>
                  <a:pt x="5282907" y="390445"/>
                  <a:pt x="5251422" y="421929"/>
                  <a:pt x="5212584" y="421929"/>
                </a:cubicBezTo>
                <a:lnTo>
                  <a:pt x="70323" y="421929"/>
                </a:lnTo>
                <a:cubicBezTo>
                  <a:pt x="31511" y="421929"/>
                  <a:pt x="0" y="390419"/>
                  <a:pt x="0" y="351606"/>
                </a:cubicBezTo>
                <a:lnTo>
                  <a:pt x="0" y="70323"/>
                </a:lnTo>
                <a:cubicBezTo>
                  <a:pt x="0" y="31511"/>
                  <a:pt x="31511" y="0"/>
                  <a:pt x="7032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6371" dist="879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64758" y="2734630"/>
            <a:ext cx="138446" cy="158224"/>
          </a:xfrm>
          <a:custGeom>
            <a:avLst/>
            <a:gdLst/>
            <a:ahLst/>
            <a:cxnLst/>
            <a:rect l="l" t="t" r="r" b="b"/>
            <a:pathLst>
              <a:path w="138446" h="158224">
                <a:moveTo>
                  <a:pt x="39556" y="12361"/>
                </a:moveTo>
                <a:cubicBezTo>
                  <a:pt x="39556" y="5532"/>
                  <a:pt x="45088" y="0"/>
                  <a:pt x="51917" y="0"/>
                </a:cubicBezTo>
                <a:cubicBezTo>
                  <a:pt x="58747" y="0"/>
                  <a:pt x="64278" y="5532"/>
                  <a:pt x="64278" y="12361"/>
                </a:cubicBezTo>
                <a:lnTo>
                  <a:pt x="64278" y="58159"/>
                </a:lnTo>
                <a:cubicBezTo>
                  <a:pt x="66905" y="55811"/>
                  <a:pt x="70366" y="54389"/>
                  <a:pt x="74167" y="54389"/>
                </a:cubicBezTo>
                <a:cubicBezTo>
                  <a:pt x="80533" y="54389"/>
                  <a:pt x="85972" y="58407"/>
                  <a:pt x="88074" y="64031"/>
                </a:cubicBezTo>
                <a:cubicBezTo>
                  <a:pt x="90793" y="61157"/>
                  <a:pt x="94625" y="59334"/>
                  <a:pt x="98890" y="59334"/>
                </a:cubicBezTo>
                <a:cubicBezTo>
                  <a:pt x="106708" y="59334"/>
                  <a:pt x="113105" y="65360"/>
                  <a:pt x="113692" y="73024"/>
                </a:cubicBezTo>
                <a:cubicBezTo>
                  <a:pt x="116319" y="70644"/>
                  <a:pt x="119811" y="69223"/>
                  <a:pt x="123612" y="69223"/>
                </a:cubicBezTo>
                <a:cubicBezTo>
                  <a:pt x="131801" y="69223"/>
                  <a:pt x="138446" y="75867"/>
                  <a:pt x="138446" y="84056"/>
                </a:cubicBezTo>
                <a:lnTo>
                  <a:pt x="138446" y="118668"/>
                </a:lnTo>
                <a:cubicBezTo>
                  <a:pt x="138446" y="140516"/>
                  <a:pt x="120738" y="158224"/>
                  <a:pt x="98890" y="158224"/>
                </a:cubicBezTo>
                <a:lnTo>
                  <a:pt x="72529" y="158224"/>
                </a:lnTo>
                <a:cubicBezTo>
                  <a:pt x="70984" y="158224"/>
                  <a:pt x="69470" y="158131"/>
                  <a:pt x="67987" y="157914"/>
                </a:cubicBezTo>
                <a:cubicBezTo>
                  <a:pt x="50897" y="156184"/>
                  <a:pt x="35168" y="147407"/>
                  <a:pt x="24722" y="133501"/>
                </a:cubicBezTo>
                <a:lnTo>
                  <a:pt x="2472" y="103834"/>
                </a:lnTo>
                <a:cubicBezTo>
                  <a:pt x="-1638" y="98364"/>
                  <a:pt x="-525" y="90639"/>
                  <a:pt x="4944" y="86528"/>
                </a:cubicBezTo>
                <a:cubicBezTo>
                  <a:pt x="10414" y="82418"/>
                  <a:pt x="18140" y="83531"/>
                  <a:pt x="22250" y="89001"/>
                </a:cubicBezTo>
                <a:lnTo>
                  <a:pt x="39556" y="112085"/>
                </a:lnTo>
                <a:lnTo>
                  <a:pt x="39556" y="12361"/>
                </a:lnTo>
                <a:close/>
                <a:moveTo>
                  <a:pt x="74167" y="93945"/>
                </a:moveTo>
                <a:cubicBezTo>
                  <a:pt x="74167" y="91226"/>
                  <a:pt x="71942" y="89001"/>
                  <a:pt x="69223" y="89001"/>
                </a:cubicBezTo>
                <a:cubicBezTo>
                  <a:pt x="66503" y="89001"/>
                  <a:pt x="64278" y="91226"/>
                  <a:pt x="64278" y="93945"/>
                </a:cubicBezTo>
                <a:lnTo>
                  <a:pt x="64278" y="123612"/>
                </a:lnTo>
                <a:cubicBezTo>
                  <a:pt x="64278" y="126332"/>
                  <a:pt x="66503" y="128557"/>
                  <a:pt x="69223" y="128557"/>
                </a:cubicBezTo>
                <a:cubicBezTo>
                  <a:pt x="71942" y="128557"/>
                  <a:pt x="74167" y="126332"/>
                  <a:pt x="74167" y="123612"/>
                </a:cubicBezTo>
                <a:lnTo>
                  <a:pt x="74167" y="93945"/>
                </a:lnTo>
                <a:close/>
                <a:moveTo>
                  <a:pt x="89001" y="89001"/>
                </a:moveTo>
                <a:cubicBezTo>
                  <a:pt x="86281" y="89001"/>
                  <a:pt x="84056" y="91226"/>
                  <a:pt x="84056" y="93945"/>
                </a:cubicBezTo>
                <a:lnTo>
                  <a:pt x="84056" y="123612"/>
                </a:lnTo>
                <a:cubicBezTo>
                  <a:pt x="84056" y="126332"/>
                  <a:pt x="86281" y="128557"/>
                  <a:pt x="89001" y="128557"/>
                </a:cubicBezTo>
                <a:cubicBezTo>
                  <a:pt x="91720" y="128557"/>
                  <a:pt x="93945" y="126332"/>
                  <a:pt x="93945" y="123612"/>
                </a:cubicBezTo>
                <a:lnTo>
                  <a:pt x="93945" y="93945"/>
                </a:lnTo>
                <a:cubicBezTo>
                  <a:pt x="93945" y="91226"/>
                  <a:pt x="91720" y="89001"/>
                  <a:pt x="89001" y="89001"/>
                </a:cubicBezTo>
                <a:close/>
                <a:moveTo>
                  <a:pt x="113723" y="93945"/>
                </a:moveTo>
                <a:cubicBezTo>
                  <a:pt x="113723" y="91226"/>
                  <a:pt x="111498" y="89001"/>
                  <a:pt x="108779" y="89001"/>
                </a:cubicBezTo>
                <a:cubicBezTo>
                  <a:pt x="106059" y="89001"/>
                  <a:pt x="103834" y="91226"/>
                  <a:pt x="103834" y="93945"/>
                </a:cubicBezTo>
                <a:lnTo>
                  <a:pt x="103834" y="123612"/>
                </a:lnTo>
                <a:cubicBezTo>
                  <a:pt x="103834" y="126332"/>
                  <a:pt x="106059" y="128557"/>
                  <a:pt x="108779" y="128557"/>
                </a:cubicBezTo>
                <a:cubicBezTo>
                  <a:pt x="111498" y="128557"/>
                  <a:pt x="113723" y="126332"/>
                  <a:pt x="113723" y="123612"/>
                </a:cubicBezTo>
                <a:lnTo>
                  <a:pt x="113723" y="93945"/>
                </a:ln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36156" y="2708260"/>
            <a:ext cx="2874394" cy="210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Select Emergency Type</a:t>
            </a:r>
            <a:r>
              <a:rPr lang="en-US" sz="1105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Medical, Fire, Police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7412" y="3095028"/>
            <a:ext cx="5282907" cy="421929"/>
          </a:xfrm>
          <a:custGeom>
            <a:avLst/>
            <a:gdLst/>
            <a:ahLst/>
            <a:cxnLst/>
            <a:rect l="l" t="t" r="r" b="b"/>
            <a:pathLst>
              <a:path w="5282907" h="421929">
                <a:moveTo>
                  <a:pt x="70323" y="0"/>
                </a:moveTo>
                <a:lnTo>
                  <a:pt x="5212584" y="0"/>
                </a:lnTo>
                <a:cubicBezTo>
                  <a:pt x="5251422" y="0"/>
                  <a:pt x="5282907" y="31485"/>
                  <a:pt x="5282907" y="70323"/>
                </a:cubicBezTo>
                <a:lnTo>
                  <a:pt x="5282907" y="351606"/>
                </a:lnTo>
                <a:cubicBezTo>
                  <a:pt x="5282907" y="390445"/>
                  <a:pt x="5251422" y="421929"/>
                  <a:pt x="5212584" y="421929"/>
                </a:cubicBezTo>
                <a:lnTo>
                  <a:pt x="70323" y="421929"/>
                </a:lnTo>
                <a:cubicBezTo>
                  <a:pt x="31511" y="421929"/>
                  <a:pt x="0" y="390419"/>
                  <a:pt x="0" y="351606"/>
                </a:cubicBezTo>
                <a:lnTo>
                  <a:pt x="0" y="70323"/>
                </a:lnTo>
                <a:cubicBezTo>
                  <a:pt x="0" y="31511"/>
                  <a:pt x="31511" y="0"/>
                  <a:pt x="7032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6371" dist="879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54870" y="3226881"/>
            <a:ext cx="158224" cy="158224"/>
          </a:xfrm>
          <a:custGeom>
            <a:avLst/>
            <a:gdLst/>
            <a:ahLst/>
            <a:cxnLst/>
            <a:rect l="l" t="t" r="r" b="b"/>
            <a:pathLst>
              <a:path w="158224" h="158224">
                <a:moveTo>
                  <a:pt x="79112" y="158224"/>
                </a:moveTo>
                <a:cubicBezTo>
                  <a:pt x="122775" y="158224"/>
                  <a:pt x="158224" y="122775"/>
                  <a:pt x="158224" y="79112"/>
                </a:cubicBezTo>
                <a:cubicBezTo>
                  <a:pt x="158224" y="35449"/>
                  <a:pt x="122775" y="0"/>
                  <a:pt x="79112" y="0"/>
                </a:cubicBezTo>
                <a:cubicBezTo>
                  <a:pt x="35449" y="0"/>
                  <a:pt x="0" y="35449"/>
                  <a:pt x="0" y="79112"/>
                </a:cubicBezTo>
                <a:cubicBezTo>
                  <a:pt x="0" y="122775"/>
                  <a:pt x="35449" y="158224"/>
                  <a:pt x="79112" y="158224"/>
                </a:cubicBezTo>
                <a:close/>
                <a:moveTo>
                  <a:pt x="79112" y="42028"/>
                </a:moveTo>
                <a:cubicBezTo>
                  <a:pt x="83222" y="42028"/>
                  <a:pt x="86528" y="45335"/>
                  <a:pt x="86528" y="49445"/>
                </a:cubicBezTo>
                <a:lnTo>
                  <a:pt x="86528" y="84056"/>
                </a:lnTo>
                <a:cubicBezTo>
                  <a:pt x="86528" y="88166"/>
                  <a:pt x="83222" y="91473"/>
                  <a:pt x="79112" y="91473"/>
                </a:cubicBezTo>
                <a:cubicBezTo>
                  <a:pt x="75002" y="91473"/>
                  <a:pt x="71695" y="88166"/>
                  <a:pt x="71695" y="84056"/>
                </a:cubicBezTo>
                <a:lnTo>
                  <a:pt x="71695" y="49445"/>
                </a:lnTo>
                <a:cubicBezTo>
                  <a:pt x="71695" y="45335"/>
                  <a:pt x="75002" y="42028"/>
                  <a:pt x="79112" y="42028"/>
                </a:cubicBezTo>
                <a:close/>
                <a:moveTo>
                  <a:pt x="70861" y="108779"/>
                </a:moveTo>
                <a:cubicBezTo>
                  <a:pt x="70673" y="105716"/>
                  <a:pt x="72200" y="102802"/>
                  <a:pt x="74826" y="101214"/>
                </a:cubicBezTo>
                <a:cubicBezTo>
                  <a:pt x="77451" y="99626"/>
                  <a:pt x="80741" y="99626"/>
                  <a:pt x="83367" y="101214"/>
                </a:cubicBezTo>
                <a:cubicBezTo>
                  <a:pt x="85992" y="102802"/>
                  <a:pt x="87520" y="105716"/>
                  <a:pt x="87332" y="108779"/>
                </a:cubicBezTo>
                <a:cubicBezTo>
                  <a:pt x="87520" y="111841"/>
                  <a:pt x="85992" y="114755"/>
                  <a:pt x="83367" y="116343"/>
                </a:cubicBezTo>
                <a:cubicBezTo>
                  <a:pt x="80741" y="117932"/>
                  <a:pt x="77451" y="117932"/>
                  <a:pt x="74826" y="116343"/>
                </a:cubicBezTo>
                <a:cubicBezTo>
                  <a:pt x="72200" y="114755"/>
                  <a:pt x="70673" y="111841"/>
                  <a:pt x="70861" y="108779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36156" y="3200511"/>
            <a:ext cx="2637058" cy="210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SOS Button</a:t>
            </a:r>
            <a:r>
              <a:rPr lang="en-US" sz="1105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Trigger emergency dispatch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1608" y="4080517"/>
            <a:ext cx="5634515" cy="2777702"/>
          </a:xfrm>
          <a:custGeom>
            <a:avLst/>
            <a:gdLst/>
            <a:ahLst/>
            <a:cxnLst/>
            <a:rect l="l" t="t" r="r" b="b"/>
            <a:pathLst>
              <a:path w="5634515" h="2777702">
                <a:moveTo>
                  <a:pt x="140635" y="0"/>
                </a:moveTo>
                <a:lnTo>
                  <a:pt x="5493880" y="0"/>
                </a:lnTo>
                <a:cubicBezTo>
                  <a:pt x="5571550" y="0"/>
                  <a:pt x="5634515" y="62964"/>
                  <a:pt x="5634515" y="140635"/>
                </a:cubicBezTo>
                <a:lnTo>
                  <a:pt x="5634515" y="2637066"/>
                </a:lnTo>
                <a:cubicBezTo>
                  <a:pt x="5634515" y="2714737"/>
                  <a:pt x="5571550" y="2777702"/>
                  <a:pt x="5493880" y="2777702"/>
                </a:cubicBezTo>
                <a:lnTo>
                  <a:pt x="140635" y="2777702"/>
                </a:lnTo>
                <a:cubicBezTo>
                  <a:pt x="62964" y="2777702"/>
                  <a:pt x="0" y="2714737"/>
                  <a:pt x="0" y="2637066"/>
                </a:cubicBezTo>
                <a:lnTo>
                  <a:pt x="0" y="140635"/>
                </a:lnTo>
                <a:cubicBezTo>
                  <a:pt x="0" y="63016"/>
                  <a:pt x="63016" y="0"/>
                  <a:pt x="140635" y="0"/>
                </a:cubicBezTo>
                <a:close/>
              </a:path>
            </a:pathLst>
          </a:custGeom>
          <a:gradFill flip="none" rotWithShape="1">
            <a:gsLst>
              <a:gs pos="0">
                <a:srgbClr val="F5F7FA"/>
              </a:gs>
              <a:gs pos="100000">
                <a:srgbClr val="E8F4FD"/>
              </a:gs>
            </a:gsLst>
            <a:lin ang="2700000" scaled="1"/>
          </a:gradFill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27412" y="4274782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105482" y="0"/>
                </a:moveTo>
                <a:lnTo>
                  <a:pt x="316447" y="0"/>
                </a:lnTo>
                <a:cubicBezTo>
                  <a:pt x="374664" y="0"/>
                  <a:pt x="421929" y="47265"/>
                  <a:pt x="421929" y="105482"/>
                </a:cubicBezTo>
                <a:lnTo>
                  <a:pt x="421929" y="316447"/>
                </a:lnTo>
                <a:cubicBezTo>
                  <a:pt x="421929" y="374664"/>
                  <a:pt x="374664" y="421929"/>
                  <a:pt x="316447" y="421929"/>
                </a:cubicBezTo>
                <a:lnTo>
                  <a:pt x="105482" y="421929"/>
                </a:lnTo>
                <a:cubicBezTo>
                  <a:pt x="47265" y="421929"/>
                  <a:pt x="0" y="374664"/>
                  <a:pt x="0" y="316447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50474" y="4397844"/>
            <a:ext cx="175804" cy="175804"/>
          </a:xfrm>
          <a:custGeom>
            <a:avLst/>
            <a:gdLst/>
            <a:ahLst/>
            <a:cxnLst/>
            <a:rect l="l" t="t" r="r" b="b"/>
            <a:pathLst>
              <a:path w="175804" h="175804">
                <a:moveTo>
                  <a:pt x="10988" y="10988"/>
                </a:moveTo>
                <a:cubicBezTo>
                  <a:pt x="17065" y="10988"/>
                  <a:pt x="21975" y="15898"/>
                  <a:pt x="21975" y="21975"/>
                </a:cubicBezTo>
                <a:lnTo>
                  <a:pt x="21975" y="137347"/>
                </a:lnTo>
                <a:cubicBezTo>
                  <a:pt x="21975" y="140368"/>
                  <a:pt x="24448" y="142841"/>
                  <a:pt x="27469" y="142841"/>
                </a:cubicBezTo>
                <a:lnTo>
                  <a:pt x="164816" y="142841"/>
                </a:lnTo>
                <a:cubicBezTo>
                  <a:pt x="170894" y="142841"/>
                  <a:pt x="175804" y="147751"/>
                  <a:pt x="175804" y="153828"/>
                </a:cubicBezTo>
                <a:cubicBezTo>
                  <a:pt x="175804" y="159906"/>
                  <a:pt x="170894" y="164816"/>
                  <a:pt x="164816" y="164816"/>
                </a:cubicBezTo>
                <a:lnTo>
                  <a:pt x="27469" y="164816"/>
                </a:lnTo>
                <a:cubicBezTo>
                  <a:pt x="12293" y="164816"/>
                  <a:pt x="0" y="152524"/>
                  <a:pt x="0" y="137347"/>
                </a:cubicBezTo>
                <a:lnTo>
                  <a:pt x="0" y="21975"/>
                </a:lnTo>
                <a:cubicBezTo>
                  <a:pt x="0" y="15898"/>
                  <a:pt x="4910" y="10988"/>
                  <a:pt x="10988" y="10988"/>
                </a:cubicBezTo>
                <a:close/>
                <a:moveTo>
                  <a:pt x="43951" y="32963"/>
                </a:moveTo>
                <a:cubicBezTo>
                  <a:pt x="43951" y="26886"/>
                  <a:pt x="48861" y="21975"/>
                  <a:pt x="54939" y="21975"/>
                </a:cubicBezTo>
                <a:lnTo>
                  <a:pt x="120865" y="21975"/>
                </a:lnTo>
                <a:cubicBezTo>
                  <a:pt x="126943" y="21975"/>
                  <a:pt x="131853" y="26886"/>
                  <a:pt x="131853" y="32963"/>
                </a:cubicBezTo>
                <a:cubicBezTo>
                  <a:pt x="131853" y="39041"/>
                  <a:pt x="126943" y="43951"/>
                  <a:pt x="120865" y="43951"/>
                </a:cubicBezTo>
                <a:lnTo>
                  <a:pt x="54939" y="43951"/>
                </a:lnTo>
                <a:cubicBezTo>
                  <a:pt x="48861" y="43951"/>
                  <a:pt x="43951" y="39041"/>
                  <a:pt x="43951" y="32963"/>
                </a:cubicBezTo>
                <a:close/>
                <a:moveTo>
                  <a:pt x="54939" y="60433"/>
                </a:moveTo>
                <a:lnTo>
                  <a:pt x="98890" y="60433"/>
                </a:lnTo>
                <a:cubicBezTo>
                  <a:pt x="104967" y="60433"/>
                  <a:pt x="109877" y="65343"/>
                  <a:pt x="109877" y="71420"/>
                </a:cubicBezTo>
                <a:cubicBezTo>
                  <a:pt x="109877" y="77498"/>
                  <a:pt x="104967" y="82408"/>
                  <a:pt x="98890" y="82408"/>
                </a:cubicBezTo>
                <a:lnTo>
                  <a:pt x="54939" y="82408"/>
                </a:lnTo>
                <a:cubicBezTo>
                  <a:pt x="48861" y="82408"/>
                  <a:pt x="43951" y="77498"/>
                  <a:pt x="43951" y="71420"/>
                </a:cubicBezTo>
                <a:cubicBezTo>
                  <a:pt x="43951" y="65343"/>
                  <a:pt x="48861" y="60433"/>
                  <a:pt x="54939" y="60433"/>
                </a:cubicBezTo>
                <a:close/>
                <a:moveTo>
                  <a:pt x="54939" y="98890"/>
                </a:moveTo>
                <a:lnTo>
                  <a:pt x="142841" y="98890"/>
                </a:lnTo>
                <a:cubicBezTo>
                  <a:pt x="148918" y="98890"/>
                  <a:pt x="153828" y="103800"/>
                  <a:pt x="153828" y="109877"/>
                </a:cubicBezTo>
                <a:cubicBezTo>
                  <a:pt x="153828" y="115955"/>
                  <a:pt x="148918" y="120865"/>
                  <a:pt x="142841" y="120865"/>
                </a:cubicBezTo>
                <a:lnTo>
                  <a:pt x="54939" y="120865"/>
                </a:lnTo>
                <a:cubicBezTo>
                  <a:pt x="48861" y="120865"/>
                  <a:pt x="43951" y="115955"/>
                  <a:pt x="43951" y="109877"/>
                </a:cubicBezTo>
                <a:cubicBezTo>
                  <a:pt x="43951" y="103800"/>
                  <a:pt x="48861" y="98890"/>
                  <a:pt x="54939" y="9889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54823" y="4345103"/>
            <a:ext cx="1687717" cy="281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Dashboard Metrics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7412" y="4802193"/>
            <a:ext cx="2593107" cy="879019"/>
          </a:xfrm>
          <a:custGeom>
            <a:avLst/>
            <a:gdLst/>
            <a:ahLst/>
            <a:cxnLst/>
            <a:rect l="l" t="t" r="r" b="b"/>
            <a:pathLst>
              <a:path w="2593107" h="879019">
                <a:moveTo>
                  <a:pt x="70322" y="0"/>
                </a:moveTo>
                <a:lnTo>
                  <a:pt x="2522786" y="0"/>
                </a:lnTo>
                <a:cubicBezTo>
                  <a:pt x="2561597" y="0"/>
                  <a:pt x="2593107" y="31510"/>
                  <a:pt x="2593107" y="70322"/>
                </a:cubicBezTo>
                <a:lnTo>
                  <a:pt x="2593107" y="808698"/>
                </a:lnTo>
                <a:cubicBezTo>
                  <a:pt x="2593107" y="847509"/>
                  <a:pt x="2561597" y="879019"/>
                  <a:pt x="2522786" y="879019"/>
                </a:cubicBezTo>
                <a:lnTo>
                  <a:pt x="70322" y="879019"/>
                </a:lnTo>
                <a:cubicBezTo>
                  <a:pt x="31510" y="879019"/>
                  <a:pt x="0" y="847509"/>
                  <a:pt x="0" y="808698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6371" dist="879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703759" y="4907676"/>
            <a:ext cx="237335" cy="210965"/>
          </a:xfrm>
          <a:custGeom>
            <a:avLst/>
            <a:gdLst/>
            <a:ahLst/>
            <a:cxnLst/>
            <a:rect l="l" t="t" r="r" b="b"/>
            <a:pathLst>
              <a:path w="237335" h="210965">
                <a:moveTo>
                  <a:pt x="26371" y="13185"/>
                </a:moveTo>
                <a:cubicBezTo>
                  <a:pt x="11826" y="13185"/>
                  <a:pt x="0" y="25011"/>
                  <a:pt x="0" y="39556"/>
                </a:cubicBezTo>
                <a:lnTo>
                  <a:pt x="0" y="158224"/>
                </a:lnTo>
                <a:cubicBezTo>
                  <a:pt x="0" y="172769"/>
                  <a:pt x="11826" y="184594"/>
                  <a:pt x="26371" y="184594"/>
                </a:cubicBezTo>
                <a:lnTo>
                  <a:pt x="27730" y="184594"/>
                </a:lnTo>
                <a:cubicBezTo>
                  <a:pt x="32016" y="199798"/>
                  <a:pt x="46025" y="210965"/>
                  <a:pt x="62630" y="210965"/>
                </a:cubicBezTo>
                <a:cubicBezTo>
                  <a:pt x="79235" y="210965"/>
                  <a:pt x="93204" y="199798"/>
                  <a:pt x="97530" y="184594"/>
                </a:cubicBezTo>
                <a:lnTo>
                  <a:pt x="139805" y="184594"/>
                </a:lnTo>
                <a:cubicBezTo>
                  <a:pt x="144091" y="199798"/>
                  <a:pt x="158100" y="210965"/>
                  <a:pt x="174705" y="210965"/>
                </a:cubicBezTo>
                <a:cubicBezTo>
                  <a:pt x="191310" y="210965"/>
                  <a:pt x="205279" y="199798"/>
                  <a:pt x="209605" y="184594"/>
                </a:cubicBezTo>
                <a:lnTo>
                  <a:pt x="210965" y="184594"/>
                </a:lnTo>
                <a:cubicBezTo>
                  <a:pt x="225510" y="184594"/>
                  <a:pt x="237335" y="172769"/>
                  <a:pt x="237335" y="158224"/>
                </a:cubicBezTo>
                <a:lnTo>
                  <a:pt x="237335" y="97777"/>
                </a:lnTo>
                <a:cubicBezTo>
                  <a:pt x="237335" y="90772"/>
                  <a:pt x="234575" y="84056"/>
                  <a:pt x="229630" y="79112"/>
                </a:cubicBezTo>
                <a:lnTo>
                  <a:pt x="210965" y="60446"/>
                </a:lnTo>
                <a:cubicBezTo>
                  <a:pt x="206020" y="55502"/>
                  <a:pt x="199304" y="52741"/>
                  <a:pt x="192299" y="52741"/>
                </a:cubicBezTo>
                <a:lnTo>
                  <a:pt x="171409" y="52741"/>
                </a:lnTo>
                <a:lnTo>
                  <a:pt x="171409" y="39556"/>
                </a:lnTo>
                <a:cubicBezTo>
                  <a:pt x="171409" y="25011"/>
                  <a:pt x="159583" y="13185"/>
                  <a:pt x="145038" y="13185"/>
                </a:cubicBezTo>
                <a:lnTo>
                  <a:pt x="26371" y="13185"/>
                </a:lnTo>
                <a:close/>
                <a:moveTo>
                  <a:pt x="210965" y="97777"/>
                </a:moveTo>
                <a:lnTo>
                  <a:pt x="210965" y="118668"/>
                </a:lnTo>
                <a:lnTo>
                  <a:pt x="171409" y="118668"/>
                </a:lnTo>
                <a:lnTo>
                  <a:pt x="171409" y="79112"/>
                </a:lnTo>
                <a:lnTo>
                  <a:pt x="192299" y="79112"/>
                </a:lnTo>
                <a:lnTo>
                  <a:pt x="210965" y="97777"/>
                </a:lnTo>
                <a:close/>
                <a:moveTo>
                  <a:pt x="62630" y="158224"/>
                </a:moveTo>
                <a:cubicBezTo>
                  <a:pt x="71727" y="158224"/>
                  <a:pt x="79112" y="165609"/>
                  <a:pt x="79112" y="174705"/>
                </a:cubicBezTo>
                <a:cubicBezTo>
                  <a:pt x="79112" y="183802"/>
                  <a:pt x="71727" y="191187"/>
                  <a:pt x="62630" y="191187"/>
                </a:cubicBezTo>
                <a:cubicBezTo>
                  <a:pt x="53534" y="191187"/>
                  <a:pt x="46149" y="183802"/>
                  <a:pt x="46149" y="174705"/>
                </a:cubicBezTo>
                <a:cubicBezTo>
                  <a:pt x="46149" y="165609"/>
                  <a:pt x="53534" y="158224"/>
                  <a:pt x="62630" y="158224"/>
                </a:cubicBezTo>
                <a:close/>
                <a:moveTo>
                  <a:pt x="158224" y="174705"/>
                </a:moveTo>
                <a:cubicBezTo>
                  <a:pt x="158224" y="165609"/>
                  <a:pt x="165609" y="158224"/>
                  <a:pt x="174705" y="158224"/>
                </a:cubicBezTo>
                <a:cubicBezTo>
                  <a:pt x="183802" y="158224"/>
                  <a:pt x="191187" y="165609"/>
                  <a:pt x="191187" y="174705"/>
                </a:cubicBezTo>
                <a:cubicBezTo>
                  <a:pt x="191187" y="183802"/>
                  <a:pt x="183802" y="191187"/>
                  <a:pt x="174705" y="191187"/>
                </a:cubicBezTo>
                <a:cubicBezTo>
                  <a:pt x="165609" y="191187"/>
                  <a:pt x="158224" y="183802"/>
                  <a:pt x="158224" y="174705"/>
                </a:cubicBezTo>
                <a:close/>
                <a:moveTo>
                  <a:pt x="72519" y="56037"/>
                </a:moveTo>
                <a:cubicBezTo>
                  <a:pt x="72519" y="52412"/>
                  <a:pt x="75486" y="49445"/>
                  <a:pt x="79112" y="49445"/>
                </a:cubicBezTo>
                <a:lnTo>
                  <a:pt x="92297" y="49445"/>
                </a:lnTo>
                <a:cubicBezTo>
                  <a:pt x="95923" y="49445"/>
                  <a:pt x="98890" y="52412"/>
                  <a:pt x="98890" y="56037"/>
                </a:cubicBezTo>
                <a:lnTo>
                  <a:pt x="98890" y="72519"/>
                </a:lnTo>
                <a:lnTo>
                  <a:pt x="115371" y="72519"/>
                </a:lnTo>
                <a:cubicBezTo>
                  <a:pt x="118997" y="72519"/>
                  <a:pt x="121964" y="75486"/>
                  <a:pt x="121964" y="79112"/>
                </a:cubicBezTo>
                <a:lnTo>
                  <a:pt x="121964" y="92297"/>
                </a:lnTo>
                <a:cubicBezTo>
                  <a:pt x="121964" y="95923"/>
                  <a:pt x="118997" y="98890"/>
                  <a:pt x="115371" y="98890"/>
                </a:cubicBezTo>
                <a:lnTo>
                  <a:pt x="98890" y="98890"/>
                </a:lnTo>
                <a:lnTo>
                  <a:pt x="98890" y="115371"/>
                </a:lnTo>
                <a:cubicBezTo>
                  <a:pt x="98890" y="118997"/>
                  <a:pt x="95923" y="121964"/>
                  <a:pt x="92297" y="121964"/>
                </a:cubicBezTo>
                <a:lnTo>
                  <a:pt x="79112" y="121964"/>
                </a:lnTo>
                <a:cubicBezTo>
                  <a:pt x="75486" y="121964"/>
                  <a:pt x="72519" y="118997"/>
                  <a:pt x="72519" y="115371"/>
                </a:cubicBezTo>
                <a:lnTo>
                  <a:pt x="72519" y="98890"/>
                </a:lnTo>
                <a:lnTo>
                  <a:pt x="56037" y="98890"/>
                </a:lnTo>
                <a:cubicBezTo>
                  <a:pt x="52412" y="98890"/>
                  <a:pt x="49445" y="95923"/>
                  <a:pt x="49445" y="92297"/>
                </a:cubicBezTo>
                <a:lnTo>
                  <a:pt x="49445" y="79112"/>
                </a:lnTo>
                <a:cubicBezTo>
                  <a:pt x="49445" y="75486"/>
                  <a:pt x="52412" y="72519"/>
                  <a:pt x="56037" y="72519"/>
                </a:cubicBezTo>
                <a:lnTo>
                  <a:pt x="72519" y="72519"/>
                </a:lnTo>
                <a:lnTo>
                  <a:pt x="72519" y="56037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02128" y="5153801"/>
            <a:ext cx="2443674" cy="1758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1D355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Vehicle Assigned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3338" y="5329605"/>
            <a:ext cx="2461255" cy="246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5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Ambulance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23035" y="4802193"/>
            <a:ext cx="2593107" cy="879019"/>
          </a:xfrm>
          <a:custGeom>
            <a:avLst/>
            <a:gdLst/>
            <a:ahLst/>
            <a:cxnLst/>
            <a:rect l="l" t="t" r="r" b="b"/>
            <a:pathLst>
              <a:path w="2593107" h="879019">
                <a:moveTo>
                  <a:pt x="70322" y="0"/>
                </a:moveTo>
                <a:lnTo>
                  <a:pt x="2522786" y="0"/>
                </a:lnTo>
                <a:cubicBezTo>
                  <a:pt x="2561597" y="0"/>
                  <a:pt x="2593107" y="31510"/>
                  <a:pt x="2593107" y="70322"/>
                </a:cubicBezTo>
                <a:lnTo>
                  <a:pt x="2593107" y="808698"/>
                </a:lnTo>
                <a:cubicBezTo>
                  <a:pt x="2593107" y="847509"/>
                  <a:pt x="2561597" y="879019"/>
                  <a:pt x="2522786" y="879019"/>
                </a:cubicBezTo>
                <a:lnTo>
                  <a:pt x="70322" y="879019"/>
                </a:lnTo>
                <a:cubicBezTo>
                  <a:pt x="31510" y="879019"/>
                  <a:pt x="0" y="847509"/>
                  <a:pt x="0" y="808698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6371" dist="879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452124" y="4907676"/>
            <a:ext cx="131853" cy="210965"/>
          </a:xfrm>
          <a:custGeom>
            <a:avLst/>
            <a:gdLst/>
            <a:ahLst/>
            <a:cxnLst/>
            <a:rect l="l" t="t" r="r" b="b"/>
            <a:pathLst>
              <a:path w="131853" h="210965">
                <a:moveTo>
                  <a:pt x="26371" y="-13185"/>
                </a:moveTo>
                <a:cubicBezTo>
                  <a:pt x="11826" y="-13185"/>
                  <a:pt x="0" y="-1360"/>
                  <a:pt x="0" y="13185"/>
                </a:cubicBezTo>
                <a:lnTo>
                  <a:pt x="0" y="158224"/>
                </a:lnTo>
                <a:cubicBezTo>
                  <a:pt x="0" y="194648"/>
                  <a:pt x="29502" y="224150"/>
                  <a:pt x="65926" y="224150"/>
                </a:cubicBezTo>
                <a:cubicBezTo>
                  <a:pt x="102351" y="224150"/>
                  <a:pt x="131853" y="194648"/>
                  <a:pt x="131853" y="158224"/>
                </a:cubicBezTo>
                <a:lnTo>
                  <a:pt x="131853" y="13185"/>
                </a:lnTo>
                <a:cubicBezTo>
                  <a:pt x="131853" y="-1360"/>
                  <a:pt x="120027" y="-13185"/>
                  <a:pt x="105482" y="-13185"/>
                </a:cubicBezTo>
                <a:lnTo>
                  <a:pt x="26371" y="-13185"/>
                </a:lnTo>
                <a:close/>
                <a:moveTo>
                  <a:pt x="65926" y="148335"/>
                </a:moveTo>
                <a:cubicBezTo>
                  <a:pt x="78659" y="148335"/>
                  <a:pt x="89001" y="158677"/>
                  <a:pt x="89001" y="171409"/>
                </a:cubicBezTo>
                <a:cubicBezTo>
                  <a:pt x="89001" y="184141"/>
                  <a:pt x="78659" y="194483"/>
                  <a:pt x="65926" y="194483"/>
                </a:cubicBezTo>
                <a:cubicBezTo>
                  <a:pt x="53194" y="194483"/>
                  <a:pt x="42852" y="184141"/>
                  <a:pt x="42852" y="171409"/>
                </a:cubicBezTo>
                <a:cubicBezTo>
                  <a:pt x="42852" y="158677"/>
                  <a:pt x="53194" y="148335"/>
                  <a:pt x="65926" y="148335"/>
                </a:cubicBezTo>
                <a:close/>
                <a:moveTo>
                  <a:pt x="89001" y="105482"/>
                </a:moveTo>
                <a:cubicBezTo>
                  <a:pt x="89001" y="118217"/>
                  <a:pt x="78661" y="128557"/>
                  <a:pt x="65926" y="128557"/>
                </a:cubicBezTo>
                <a:cubicBezTo>
                  <a:pt x="53191" y="128557"/>
                  <a:pt x="42852" y="118217"/>
                  <a:pt x="42852" y="105482"/>
                </a:cubicBezTo>
                <a:cubicBezTo>
                  <a:pt x="42852" y="92747"/>
                  <a:pt x="53191" y="82408"/>
                  <a:pt x="65926" y="82408"/>
                </a:cubicBezTo>
                <a:cubicBezTo>
                  <a:pt x="78661" y="82408"/>
                  <a:pt x="89001" y="92747"/>
                  <a:pt x="89001" y="105482"/>
                </a:cubicBezTo>
                <a:close/>
                <a:moveTo>
                  <a:pt x="65926" y="62630"/>
                </a:moveTo>
                <a:cubicBezTo>
                  <a:pt x="53191" y="62630"/>
                  <a:pt x="42852" y="52291"/>
                  <a:pt x="42852" y="39556"/>
                </a:cubicBezTo>
                <a:cubicBezTo>
                  <a:pt x="42852" y="26821"/>
                  <a:pt x="53191" y="16482"/>
                  <a:pt x="65926" y="16482"/>
                </a:cubicBezTo>
                <a:cubicBezTo>
                  <a:pt x="78661" y="16482"/>
                  <a:pt x="89001" y="26821"/>
                  <a:pt x="89001" y="39556"/>
                </a:cubicBezTo>
                <a:cubicBezTo>
                  <a:pt x="89001" y="52291"/>
                  <a:pt x="78661" y="62630"/>
                  <a:pt x="65926" y="62630"/>
                </a:cubicBez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97751" y="5153801"/>
            <a:ext cx="2443674" cy="1758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1D355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Traffic Level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88961" y="5329605"/>
            <a:ext cx="2461255" cy="246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5" b="1" dirty="0">
                <a:solidFill>
                  <a:srgbClr val="457B9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Moderate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7412" y="5786695"/>
            <a:ext cx="2593107" cy="879019"/>
          </a:xfrm>
          <a:custGeom>
            <a:avLst/>
            <a:gdLst/>
            <a:ahLst/>
            <a:cxnLst/>
            <a:rect l="l" t="t" r="r" b="b"/>
            <a:pathLst>
              <a:path w="2593107" h="879019">
                <a:moveTo>
                  <a:pt x="70322" y="0"/>
                </a:moveTo>
                <a:lnTo>
                  <a:pt x="2522786" y="0"/>
                </a:lnTo>
                <a:cubicBezTo>
                  <a:pt x="2561597" y="0"/>
                  <a:pt x="2593107" y="31510"/>
                  <a:pt x="2593107" y="70322"/>
                </a:cubicBezTo>
                <a:lnTo>
                  <a:pt x="2593107" y="808698"/>
                </a:lnTo>
                <a:cubicBezTo>
                  <a:pt x="2593107" y="847509"/>
                  <a:pt x="2561597" y="879019"/>
                  <a:pt x="2522786" y="879019"/>
                </a:cubicBezTo>
                <a:lnTo>
                  <a:pt x="70322" y="879019"/>
                </a:lnTo>
                <a:cubicBezTo>
                  <a:pt x="31510" y="879019"/>
                  <a:pt x="0" y="847509"/>
                  <a:pt x="0" y="808698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6371" dist="879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716945" y="5892177"/>
            <a:ext cx="210965" cy="210965"/>
          </a:xfrm>
          <a:custGeom>
            <a:avLst/>
            <a:gdLst/>
            <a:ahLst/>
            <a:cxnLst/>
            <a:rect l="l" t="t" r="r" b="b"/>
            <a:pathLst>
              <a:path w="210965" h="210965">
                <a:moveTo>
                  <a:pt x="105482" y="0"/>
                </a:moveTo>
                <a:cubicBezTo>
                  <a:pt x="111539" y="0"/>
                  <a:pt x="117102" y="3338"/>
                  <a:pt x="119986" y="8653"/>
                </a:cubicBezTo>
                <a:lnTo>
                  <a:pt x="208987" y="173469"/>
                </a:lnTo>
                <a:cubicBezTo>
                  <a:pt x="211748" y="178578"/>
                  <a:pt x="211624" y="184759"/>
                  <a:pt x="208657" y="189745"/>
                </a:cubicBezTo>
                <a:cubicBezTo>
                  <a:pt x="205691" y="194730"/>
                  <a:pt x="200293" y="197779"/>
                  <a:pt x="194483" y="197779"/>
                </a:cubicBezTo>
                <a:lnTo>
                  <a:pt x="16482" y="197779"/>
                </a:lnTo>
                <a:cubicBezTo>
                  <a:pt x="10672" y="197779"/>
                  <a:pt x="5315" y="194730"/>
                  <a:pt x="2307" y="189745"/>
                </a:cubicBezTo>
                <a:cubicBezTo>
                  <a:pt x="-700" y="184759"/>
                  <a:pt x="-783" y="178578"/>
                  <a:pt x="1978" y="173469"/>
                </a:cubicBezTo>
                <a:lnTo>
                  <a:pt x="90979" y="8653"/>
                </a:lnTo>
                <a:cubicBezTo>
                  <a:pt x="93863" y="3338"/>
                  <a:pt x="99425" y="0"/>
                  <a:pt x="105482" y="0"/>
                </a:cubicBezTo>
                <a:close/>
                <a:moveTo>
                  <a:pt x="105482" y="69223"/>
                </a:moveTo>
                <a:cubicBezTo>
                  <a:pt x="100002" y="69223"/>
                  <a:pt x="95593" y="73632"/>
                  <a:pt x="95593" y="79112"/>
                </a:cubicBezTo>
                <a:lnTo>
                  <a:pt x="95593" y="125260"/>
                </a:lnTo>
                <a:cubicBezTo>
                  <a:pt x="95593" y="130740"/>
                  <a:pt x="100002" y="135149"/>
                  <a:pt x="105482" y="135149"/>
                </a:cubicBezTo>
                <a:cubicBezTo>
                  <a:pt x="110962" y="135149"/>
                  <a:pt x="115371" y="130740"/>
                  <a:pt x="115371" y="125260"/>
                </a:cubicBezTo>
                <a:lnTo>
                  <a:pt x="115371" y="79112"/>
                </a:lnTo>
                <a:cubicBezTo>
                  <a:pt x="115371" y="73632"/>
                  <a:pt x="110962" y="69223"/>
                  <a:pt x="105482" y="69223"/>
                </a:cubicBezTo>
                <a:close/>
                <a:moveTo>
                  <a:pt x="116484" y="158224"/>
                </a:moveTo>
                <a:cubicBezTo>
                  <a:pt x="116734" y="154140"/>
                  <a:pt x="114698" y="150255"/>
                  <a:pt x="111197" y="148137"/>
                </a:cubicBezTo>
                <a:cubicBezTo>
                  <a:pt x="107696" y="146020"/>
                  <a:pt x="103310" y="146020"/>
                  <a:pt x="99809" y="148137"/>
                </a:cubicBezTo>
                <a:cubicBezTo>
                  <a:pt x="96308" y="150255"/>
                  <a:pt x="94272" y="154140"/>
                  <a:pt x="94522" y="158224"/>
                </a:cubicBezTo>
                <a:cubicBezTo>
                  <a:pt x="94272" y="162307"/>
                  <a:pt x="96308" y="166192"/>
                  <a:pt x="99809" y="168310"/>
                </a:cubicBezTo>
                <a:cubicBezTo>
                  <a:pt x="103310" y="170427"/>
                  <a:pt x="107696" y="170427"/>
                  <a:pt x="111197" y="168310"/>
                </a:cubicBezTo>
                <a:cubicBezTo>
                  <a:pt x="114698" y="166192"/>
                  <a:pt x="116734" y="162307"/>
                  <a:pt x="116484" y="158224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02128" y="6138303"/>
            <a:ext cx="2443674" cy="1758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1D355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Severity Score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3338" y="6314107"/>
            <a:ext cx="2461255" cy="246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5" b="1" dirty="0">
                <a:solidFill>
                  <a:srgbClr val="E6394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78/100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23035" y="5786695"/>
            <a:ext cx="2593107" cy="879019"/>
          </a:xfrm>
          <a:custGeom>
            <a:avLst/>
            <a:gdLst/>
            <a:ahLst/>
            <a:cxnLst/>
            <a:rect l="l" t="t" r="r" b="b"/>
            <a:pathLst>
              <a:path w="2593107" h="879019">
                <a:moveTo>
                  <a:pt x="70322" y="0"/>
                </a:moveTo>
                <a:lnTo>
                  <a:pt x="2522786" y="0"/>
                </a:lnTo>
                <a:cubicBezTo>
                  <a:pt x="2561597" y="0"/>
                  <a:pt x="2593107" y="31510"/>
                  <a:pt x="2593107" y="70322"/>
                </a:cubicBezTo>
                <a:lnTo>
                  <a:pt x="2593107" y="808698"/>
                </a:lnTo>
                <a:cubicBezTo>
                  <a:pt x="2593107" y="847509"/>
                  <a:pt x="2561597" y="879019"/>
                  <a:pt x="2522786" y="879019"/>
                </a:cubicBezTo>
                <a:lnTo>
                  <a:pt x="70322" y="879019"/>
                </a:lnTo>
                <a:cubicBezTo>
                  <a:pt x="31510" y="879019"/>
                  <a:pt x="0" y="847509"/>
                  <a:pt x="0" y="808698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6371" dist="879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412568" y="5892177"/>
            <a:ext cx="210965" cy="210965"/>
          </a:xfrm>
          <a:custGeom>
            <a:avLst/>
            <a:gdLst/>
            <a:ahLst/>
            <a:cxnLst/>
            <a:rect l="l" t="t" r="r" b="b"/>
            <a:pathLst>
              <a:path w="210965" h="210965">
                <a:moveTo>
                  <a:pt x="105482" y="0"/>
                </a:moveTo>
                <a:cubicBezTo>
                  <a:pt x="163700" y="0"/>
                  <a:pt x="210965" y="47265"/>
                  <a:pt x="210965" y="105482"/>
                </a:cubicBezTo>
                <a:cubicBezTo>
                  <a:pt x="210965" y="163700"/>
                  <a:pt x="163700" y="210965"/>
                  <a:pt x="105482" y="210965"/>
                </a:cubicBezTo>
                <a:cubicBezTo>
                  <a:pt x="47265" y="210965"/>
                  <a:pt x="0" y="163700"/>
                  <a:pt x="0" y="105482"/>
                </a:cubicBezTo>
                <a:cubicBezTo>
                  <a:pt x="0" y="47265"/>
                  <a:pt x="47265" y="0"/>
                  <a:pt x="105482" y="0"/>
                </a:cubicBezTo>
                <a:close/>
                <a:moveTo>
                  <a:pt x="95593" y="49445"/>
                </a:moveTo>
                <a:lnTo>
                  <a:pt x="95593" y="105482"/>
                </a:lnTo>
                <a:cubicBezTo>
                  <a:pt x="95593" y="108779"/>
                  <a:pt x="97242" y="111869"/>
                  <a:pt x="100002" y="113723"/>
                </a:cubicBezTo>
                <a:lnTo>
                  <a:pt x="139558" y="140094"/>
                </a:lnTo>
                <a:cubicBezTo>
                  <a:pt x="144091" y="143143"/>
                  <a:pt x="150230" y="141907"/>
                  <a:pt x="153279" y="137333"/>
                </a:cubicBezTo>
                <a:cubicBezTo>
                  <a:pt x="156328" y="132759"/>
                  <a:pt x="155092" y="126661"/>
                  <a:pt x="150518" y="123612"/>
                </a:cubicBezTo>
                <a:lnTo>
                  <a:pt x="115371" y="100208"/>
                </a:lnTo>
                <a:lnTo>
                  <a:pt x="115371" y="49445"/>
                </a:lnTo>
                <a:cubicBezTo>
                  <a:pt x="115371" y="43965"/>
                  <a:pt x="110962" y="39556"/>
                  <a:pt x="105482" y="39556"/>
                </a:cubicBezTo>
                <a:cubicBezTo>
                  <a:pt x="100002" y="39556"/>
                  <a:pt x="95593" y="43965"/>
                  <a:pt x="95593" y="49445"/>
                </a:cubicBez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97751" y="6138303"/>
            <a:ext cx="2443674" cy="1758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1D355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ETA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288961" y="6314107"/>
            <a:ext cx="2461255" cy="246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5" b="1" dirty="0">
                <a:solidFill>
                  <a:srgbClr val="457B9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4.2 min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06976" y="1167338"/>
            <a:ext cx="5622209" cy="3459821"/>
          </a:xfrm>
          <a:custGeom>
            <a:avLst/>
            <a:gdLst/>
            <a:ahLst/>
            <a:cxnLst/>
            <a:rect l="l" t="t" r="r" b="b"/>
            <a:pathLst>
              <a:path w="5622209" h="3459821">
                <a:moveTo>
                  <a:pt x="140642" y="0"/>
                </a:moveTo>
                <a:lnTo>
                  <a:pt x="5481567" y="0"/>
                </a:lnTo>
                <a:cubicBezTo>
                  <a:pt x="5559241" y="0"/>
                  <a:pt x="5622209" y="62967"/>
                  <a:pt x="5622209" y="140642"/>
                </a:cubicBezTo>
                <a:lnTo>
                  <a:pt x="5622209" y="3319179"/>
                </a:lnTo>
                <a:cubicBezTo>
                  <a:pt x="5622209" y="3396853"/>
                  <a:pt x="5559241" y="3459821"/>
                  <a:pt x="5481567" y="3459821"/>
                </a:cubicBezTo>
                <a:lnTo>
                  <a:pt x="140642" y="3459821"/>
                </a:lnTo>
                <a:cubicBezTo>
                  <a:pt x="62967" y="3459821"/>
                  <a:pt x="0" y="3396853"/>
                  <a:pt x="0" y="3319179"/>
                </a:cubicBezTo>
                <a:lnTo>
                  <a:pt x="0" y="140642"/>
                </a:lnTo>
                <a:cubicBezTo>
                  <a:pt x="0" y="63019"/>
                  <a:pt x="63019" y="0"/>
                  <a:pt x="140642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chemeClr val="bg2">
                <a:alpha val="30196"/>
              </a:schemeClr>
            </a:solidFill>
            <a:prstDash val="solid"/>
          </a:ln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8" name="Shape 36"/>
          <p:cNvSpPr/>
          <p:nvPr/>
        </p:nvSpPr>
        <p:spPr>
          <a:xfrm>
            <a:off x="6389812" y="1350175"/>
            <a:ext cx="421929" cy="421929"/>
          </a:xfrm>
          <a:custGeom>
            <a:avLst/>
            <a:gdLst/>
            <a:ahLst/>
            <a:cxnLst/>
            <a:rect l="l" t="t" r="r" b="b"/>
            <a:pathLst>
              <a:path w="421929" h="421929">
                <a:moveTo>
                  <a:pt x="105482" y="0"/>
                </a:moveTo>
                <a:lnTo>
                  <a:pt x="316447" y="0"/>
                </a:lnTo>
                <a:cubicBezTo>
                  <a:pt x="374664" y="0"/>
                  <a:pt x="421929" y="47265"/>
                  <a:pt x="421929" y="105482"/>
                </a:cubicBezTo>
                <a:lnTo>
                  <a:pt x="421929" y="316447"/>
                </a:lnTo>
                <a:cubicBezTo>
                  <a:pt x="421929" y="374664"/>
                  <a:pt x="374664" y="421929"/>
                  <a:pt x="316447" y="421929"/>
                </a:cubicBezTo>
                <a:lnTo>
                  <a:pt x="105482" y="421929"/>
                </a:lnTo>
                <a:cubicBezTo>
                  <a:pt x="47265" y="421929"/>
                  <a:pt x="0" y="374664"/>
                  <a:pt x="0" y="316447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490899" y="1473237"/>
            <a:ext cx="219755" cy="175804"/>
          </a:xfrm>
          <a:custGeom>
            <a:avLst/>
            <a:gdLst/>
            <a:ahLst/>
            <a:cxnLst/>
            <a:rect l="l" t="t" r="r" b="b"/>
            <a:pathLst>
              <a:path w="219755" h="175804">
                <a:moveTo>
                  <a:pt x="197779" y="16482"/>
                </a:moveTo>
                <a:cubicBezTo>
                  <a:pt x="197779" y="12670"/>
                  <a:pt x="195822" y="9134"/>
                  <a:pt x="192560" y="7142"/>
                </a:cubicBezTo>
                <a:cubicBezTo>
                  <a:pt x="189298" y="5151"/>
                  <a:pt x="185281" y="4944"/>
                  <a:pt x="181881" y="6661"/>
                </a:cubicBezTo>
                <a:lnTo>
                  <a:pt x="141982" y="26611"/>
                </a:lnTo>
                <a:lnTo>
                  <a:pt x="80382" y="6043"/>
                </a:lnTo>
                <a:cubicBezTo>
                  <a:pt x="77601" y="5116"/>
                  <a:pt x="74614" y="5322"/>
                  <a:pt x="72004" y="6627"/>
                </a:cubicBezTo>
                <a:lnTo>
                  <a:pt x="28053" y="28602"/>
                </a:lnTo>
                <a:cubicBezTo>
                  <a:pt x="24310" y="30491"/>
                  <a:pt x="21975" y="34302"/>
                  <a:pt x="21975" y="38457"/>
                </a:cubicBezTo>
                <a:lnTo>
                  <a:pt x="21975" y="159322"/>
                </a:lnTo>
                <a:cubicBezTo>
                  <a:pt x="21975" y="163134"/>
                  <a:pt x="23933" y="166670"/>
                  <a:pt x="27195" y="168662"/>
                </a:cubicBezTo>
                <a:cubicBezTo>
                  <a:pt x="30457" y="170653"/>
                  <a:pt x="34474" y="170859"/>
                  <a:pt x="37873" y="169143"/>
                </a:cubicBezTo>
                <a:lnTo>
                  <a:pt x="77738" y="149193"/>
                </a:lnTo>
                <a:lnTo>
                  <a:pt x="137244" y="169040"/>
                </a:lnTo>
                <a:cubicBezTo>
                  <a:pt x="135767" y="166842"/>
                  <a:pt x="134325" y="164541"/>
                  <a:pt x="132917" y="162207"/>
                </a:cubicBezTo>
                <a:cubicBezTo>
                  <a:pt x="129140" y="155923"/>
                  <a:pt x="125398" y="148712"/>
                  <a:pt x="122616" y="140986"/>
                </a:cubicBezTo>
                <a:lnTo>
                  <a:pt x="87868" y="129415"/>
                </a:lnTo>
                <a:lnTo>
                  <a:pt x="87868" y="31727"/>
                </a:lnTo>
                <a:lnTo>
                  <a:pt x="131819" y="46389"/>
                </a:lnTo>
                <a:lnTo>
                  <a:pt x="131819" y="80485"/>
                </a:lnTo>
                <a:cubicBezTo>
                  <a:pt x="142463" y="68193"/>
                  <a:pt x="158258" y="60433"/>
                  <a:pt x="175770" y="60433"/>
                </a:cubicBezTo>
                <a:cubicBezTo>
                  <a:pt x="183530" y="60433"/>
                  <a:pt x="190946" y="61943"/>
                  <a:pt x="197745" y="64725"/>
                </a:cubicBezTo>
                <a:lnTo>
                  <a:pt x="197779" y="16482"/>
                </a:lnTo>
                <a:close/>
                <a:moveTo>
                  <a:pt x="175804" y="76914"/>
                </a:moveTo>
                <a:cubicBezTo>
                  <a:pt x="153039" y="76914"/>
                  <a:pt x="134600" y="95044"/>
                  <a:pt x="134600" y="117397"/>
                </a:cubicBezTo>
                <a:cubicBezTo>
                  <a:pt x="134600" y="141055"/>
                  <a:pt x="156610" y="169040"/>
                  <a:pt x="168456" y="182397"/>
                </a:cubicBezTo>
                <a:cubicBezTo>
                  <a:pt x="172439" y="186860"/>
                  <a:pt x="179203" y="186860"/>
                  <a:pt x="183186" y="182397"/>
                </a:cubicBezTo>
                <a:cubicBezTo>
                  <a:pt x="195032" y="169040"/>
                  <a:pt x="217042" y="141055"/>
                  <a:pt x="217042" y="117397"/>
                </a:cubicBezTo>
                <a:cubicBezTo>
                  <a:pt x="217042" y="95044"/>
                  <a:pt x="198603" y="76914"/>
                  <a:pt x="175838" y="76914"/>
                </a:cubicBezTo>
                <a:close/>
                <a:moveTo>
                  <a:pt x="162069" y="118118"/>
                </a:moveTo>
                <a:cubicBezTo>
                  <a:pt x="162069" y="110538"/>
                  <a:pt x="168224" y="104384"/>
                  <a:pt x="175804" y="104384"/>
                </a:cubicBezTo>
                <a:cubicBezTo>
                  <a:pt x="183384" y="104384"/>
                  <a:pt x="189539" y="110538"/>
                  <a:pt x="189539" y="118118"/>
                </a:cubicBezTo>
                <a:cubicBezTo>
                  <a:pt x="189539" y="125699"/>
                  <a:pt x="183384" y="131853"/>
                  <a:pt x="175804" y="131853"/>
                </a:cubicBezTo>
                <a:cubicBezTo>
                  <a:pt x="168224" y="131853"/>
                  <a:pt x="162069" y="125699"/>
                  <a:pt x="162069" y="118118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917224" y="1420496"/>
            <a:ext cx="1494333" cy="281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Live Folium Map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89812" y="1877586"/>
            <a:ext cx="5256536" cy="2566737"/>
          </a:xfrm>
          <a:custGeom>
            <a:avLst/>
            <a:gdLst/>
            <a:ahLst/>
            <a:cxnLst/>
            <a:rect l="l" t="t" r="r" b="b"/>
            <a:pathLst>
              <a:path w="5256536" h="2566737">
                <a:moveTo>
                  <a:pt x="105493" y="0"/>
                </a:moveTo>
                <a:lnTo>
                  <a:pt x="5151044" y="0"/>
                </a:lnTo>
                <a:cubicBezTo>
                  <a:pt x="5209306" y="0"/>
                  <a:pt x="5256536" y="47231"/>
                  <a:pt x="5256536" y="105493"/>
                </a:cubicBezTo>
                <a:lnTo>
                  <a:pt x="5256536" y="2461244"/>
                </a:lnTo>
                <a:cubicBezTo>
                  <a:pt x="5256536" y="2519506"/>
                  <a:pt x="5209306" y="2566737"/>
                  <a:pt x="5151044" y="2566737"/>
                </a:cubicBezTo>
                <a:lnTo>
                  <a:pt x="105493" y="2566737"/>
                </a:lnTo>
                <a:cubicBezTo>
                  <a:pt x="47231" y="2566737"/>
                  <a:pt x="0" y="2519506"/>
                  <a:pt x="0" y="2461244"/>
                </a:cubicBezTo>
                <a:lnTo>
                  <a:pt x="0" y="105493"/>
                </a:lnTo>
                <a:cubicBezTo>
                  <a:pt x="0" y="47231"/>
                  <a:pt x="47231" y="0"/>
                  <a:pt x="105493" y="0"/>
                </a:cubicBezTo>
                <a:close/>
              </a:path>
            </a:pathLst>
          </a:custGeom>
          <a:solidFill>
            <a:srgbClr val="F5F7FA"/>
          </a:solidFill>
        </p:spPr>
        <p:txBody>
          <a:bodyPr/>
          <a:lstStyle/>
          <a:p>
            <a:endParaRPr lang="en-IN" dirty="0"/>
          </a:p>
        </p:txBody>
      </p:sp>
      <p:pic>
        <p:nvPicPr>
          <p:cNvPr id="42" name="Image 0" descr="https://kimi-web-img.moonshot.cn/img/elements-resized.envatousercontent.com/3824a4600e9ab6b562a1e64b8b06cff9832c6a70"/>
          <p:cNvPicPr>
            <a:picLocks noChangeAspect="1"/>
          </p:cNvPicPr>
          <p:nvPr/>
        </p:nvPicPr>
        <p:blipFill>
          <a:blip r:embed="rId3"/>
          <a:srcRect t="35265" b="35265"/>
          <a:stretch>
            <a:fillRect/>
          </a:stretch>
        </p:blipFill>
        <p:spPr>
          <a:xfrm>
            <a:off x="6530455" y="2018230"/>
            <a:ext cx="4975250" cy="1125145"/>
          </a:xfrm>
          <a:prstGeom prst="roundRect">
            <a:avLst>
              <a:gd name="adj" fmla="val 6250"/>
            </a:avLst>
          </a:prstGeom>
        </p:spPr>
      </p:pic>
      <p:sp>
        <p:nvSpPr>
          <p:cNvPr id="44" name="Text 41"/>
          <p:cNvSpPr/>
          <p:nvPr/>
        </p:nvSpPr>
        <p:spPr>
          <a:xfrm>
            <a:off x="6776581" y="3248857"/>
            <a:ext cx="2856813" cy="210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Optimized Route</a:t>
            </a:r>
            <a:r>
              <a:rPr lang="en-US" sz="1105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Shortest path visualization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776581" y="3530143"/>
            <a:ext cx="2821652" cy="210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Moving Ambulance</a:t>
            </a:r>
            <a:r>
              <a:rPr lang="en-US" sz="1105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Real-time GPS tracking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776581" y="3811429"/>
            <a:ext cx="2171178" cy="210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SOS Marker</a:t>
            </a:r>
            <a:r>
              <a:rPr lang="en-US" sz="1105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Emergency location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776581" y="4092715"/>
            <a:ext cx="2628268" cy="210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Hospital Marker</a:t>
            </a:r>
            <a:r>
              <a:rPr lang="en-US" sz="1105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Nearest medical facility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6199944" y="4774835"/>
            <a:ext cx="5634515" cy="2083276"/>
          </a:xfrm>
          <a:custGeom>
            <a:avLst/>
            <a:gdLst/>
            <a:ahLst/>
            <a:cxnLst/>
            <a:rect l="l" t="t" r="r" b="b"/>
            <a:pathLst>
              <a:path w="5634515" h="2083276">
                <a:moveTo>
                  <a:pt x="140642" y="0"/>
                </a:moveTo>
                <a:lnTo>
                  <a:pt x="5493873" y="0"/>
                </a:lnTo>
                <a:cubicBezTo>
                  <a:pt x="5571547" y="0"/>
                  <a:pt x="5634515" y="62968"/>
                  <a:pt x="5634515" y="140642"/>
                </a:cubicBezTo>
                <a:lnTo>
                  <a:pt x="5634515" y="1942634"/>
                </a:lnTo>
                <a:cubicBezTo>
                  <a:pt x="5634515" y="2020309"/>
                  <a:pt x="5571547" y="2083276"/>
                  <a:pt x="5493873" y="2083276"/>
                </a:cubicBezTo>
                <a:lnTo>
                  <a:pt x="140642" y="2083276"/>
                </a:lnTo>
                <a:cubicBezTo>
                  <a:pt x="62968" y="2083276"/>
                  <a:pt x="0" y="2020309"/>
                  <a:pt x="0" y="1942634"/>
                </a:cubicBezTo>
                <a:lnTo>
                  <a:pt x="0" y="140642"/>
                </a:lnTo>
                <a:cubicBezTo>
                  <a:pt x="0" y="63020"/>
                  <a:pt x="63020" y="0"/>
                  <a:pt x="140642" y="0"/>
                </a:cubicBezTo>
                <a:close/>
              </a:path>
            </a:pathLst>
          </a:custGeom>
          <a:gradFill flip="none" rotWithShape="1">
            <a:gsLst>
              <a:gs pos="0">
                <a:srgbClr val="457B9D"/>
              </a:gs>
              <a:gs pos="100000">
                <a:srgbClr val="457B9D">
                  <a:alpha val="80000"/>
                </a:srgbClr>
              </a:gs>
            </a:gsLst>
            <a:lin ang="0" scaled="1"/>
          </a:gradFill>
          <a:effectLst>
            <a:outerShdw blurRad="131853" dist="8790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49"/>
          <p:cNvSpPr/>
          <p:nvPr/>
        </p:nvSpPr>
        <p:spPr>
          <a:xfrm>
            <a:off x="6410909" y="4959318"/>
            <a:ext cx="263706" cy="263706"/>
          </a:xfrm>
          <a:custGeom>
            <a:avLst/>
            <a:gdLst/>
            <a:ahLst/>
            <a:cxnLst/>
            <a:rect l="l" t="t" r="r" b="b"/>
            <a:pathLst>
              <a:path w="263706" h="263706">
                <a:moveTo>
                  <a:pt x="68914" y="18696"/>
                </a:moveTo>
                <a:cubicBezTo>
                  <a:pt x="74528" y="22611"/>
                  <a:pt x="75867" y="30336"/>
                  <a:pt x="71953" y="35899"/>
                </a:cubicBezTo>
                <a:lnTo>
                  <a:pt x="43110" y="77103"/>
                </a:lnTo>
                <a:cubicBezTo>
                  <a:pt x="40998" y="80090"/>
                  <a:pt x="37702" y="81996"/>
                  <a:pt x="34045" y="82305"/>
                </a:cubicBezTo>
                <a:cubicBezTo>
                  <a:pt x="30388" y="82614"/>
                  <a:pt x="26783" y="81378"/>
                  <a:pt x="24207" y="78803"/>
                </a:cubicBezTo>
                <a:lnTo>
                  <a:pt x="3605" y="58201"/>
                </a:lnTo>
                <a:cubicBezTo>
                  <a:pt x="-1185" y="53359"/>
                  <a:pt x="-1185" y="45530"/>
                  <a:pt x="3605" y="40689"/>
                </a:cubicBezTo>
                <a:cubicBezTo>
                  <a:pt x="8395" y="35848"/>
                  <a:pt x="16276" y="35899"/>
                  <a:pt x="21117" y="40689"/>
                </a:cubicBezTo>
                <a:lnTo>
                  <a:pt x="31315" y="50887"/>
                </a:lnTo>
                <a:lnTo>
                  <a:pt x="51711" y="21735"/>
                </a:lnTo>
                <a:cubicBezTo>
                  <a:pt x="55625" y="16121"/>
                  <a:pt x="63351" y="14782"/>
                  <a:pt x="68914" y="18696"/>
                </a:cubicBezTo>
                <a:close/>
                <a:moveTo>
                  <a:pt x="68914" y="101104"/>
                </a:moveTo>
                <a:cubicBezTo>
                  <a:pt x="74528" y="105019"/>
                  <a:pt x="75867" y="112745"/>
                  <a:pt x="71953" y="118307"/>
                </a:cubicBezTo>
                <a:lnTo>
                  <a:pt x="43110" y="159511"/>
                </a:lnTo>
                <a:cubicBezTo>
                  <a:pt x="40998" y="162498"/>
                  <a:pt x="37702" y="164404"/>
                  <a:pt x="34045" y="164713"/>
                </a:cubicBezTo>
                <a:cubicBezTo>
                  <a:pt x="30388" y="165022"/>
                  <a:pt x="26783" y="163786"/>
                  <a:pt x="24207" y="161211"/>
                </a:cubicBezTo>
                <a:lnTo>
                  <a:pt x="3605" y="140609"/>
                </a:lnTo>
                <a:cubicBezTo>
                  <a:pt x="-1236" y="135767"/>
                  <a:pt x="-1236" y="127939"/>
                  <a:pt x="3605" y="123149"/>
                </a:cubicBezTo>
                <a:cubicBezTo>
                  <a:pt x="8447" y="118359"/>
                  <a:pt x="16276" y="118307"/>
                  <a:pt x="21066" y="123149"/>
                </a:cubicBezTo>
                <a:lnTo>
                  <a:pt x="31264" y="133347"/>
                </a:lnTo>
                <a:lnTo>
                  <a:pt x="51660" y="104195"/>
                </a:lnTo>
                <a:cubicBezTo>
                  <a:pt x="55574" y="98581"/>
                  <a:pt x="63300" y="97242"/>
                  <a:pt x="68862" y="101156"/>
                </a:cubicBezTo>
                <a:close/>
                <a:moveTo>
                  <a:pt x="115371" y="49445"/>
                </a:moveTo>
                <a:cubicBezTo>
                  <a:pt x="115371" y="40328"/>
                  <a:pt x="122737" y="32963"/>
                  <a:pt x="131853" y="32963"/>
                </a:cubicBezTo>
                <a:lnTo>
                  <a:pt x="247224" y="32963"/>
                </a:lnTo>
                <a:cubicBezTo>
                  <a:pt x="256341" y="32963"/>
                  <a:pt x="263706" y="40328"/>
                  <a:pt x="263706" y="49445"/>
                </a:cubicBezTo>
                <a:cubicBezTo>
                  <a:pt x="263706" y="58561"/>
                  <a:pt x="256341" y="65926"/>
                  <a:pt x="247224" y="65926"/>
                </a:cubicBezTo>
                <a:lnTo>
                  <a:pt x="131853" y="65926"/>
                </a:lnTo>
                <a:cubicBezTo>
                  <a:pt x="122737" y="65926"/>
                  <a:pt x="115371" y="58561"/>
                  <a:pt x="115371" y="49445"/>
                </a:cubicBezTo>
                <a:close/>
                <a:moveTo>
                  <a:pt x="115371" y="131853"/>
                </a:moveTo>
                <a:cubicBezTo>
                  <a:pt x="115371" y="122737"/>
                  <a:pt x="122737" y="115371"/>
                  <a:pt x="131853" y="115371"/>
                </a:cubicBezTo>
                <a:lnTo>
                  <a:pt x="247224" y="115371"/>
                </a:lnTo>
                <a:cubicBezTo>
                  <a:pt x="256341" y="115371"/>
                  <a:pt x="263706" y="122737"/>
                  <a:pt x="263706" y="131853"/>
                </a:cubicBezTo>
                <a:cubicBezTo>
                  <a:pt x="263706" y="140969"/>
                  <a:pt x="256341" y="148335"/>
                  <a:pt x="247224" y="148335"/>
                </a:cubicBezTo>
                <a:lnTo>
                  <a:pt x="131853" y="148335"/>
                </a:lnTo>
                <a:cubicBezTo>
                  <a:pt x="122737" y="148335"/>
                  <a:pt x="115371" y="140969"/>
                  <a:pt x="115371" y="131853"/>
                </a:cubicBezTo>
                <a:close/>
                <a:moveTo>
                  <a:pt x="82408" y="214261"/>
                </a:moveTo>
                <a:cubicBezTo>
                  <a:pt x="82408" y="205145"/>
                  <a:pt x="89773" y="197779"/>
                  <a:pt x="98890" y="197779"/>
                </a:cubicBezTo>
                <a:lnTo>
                  <a:pt x="247224" y="197779"/>
                </a:lnTo>
                <a:cubicBezTo>
                  <a:pt x="256341" y="197779"/>
                  <a:pt x="263706" y="205145"/>
                  <a:pt x="263706" y="214261"/>
                </a:cubicBezTo>
                <a:cubicBezTo>
                  <a:pt x="263706" y="223377"/>
                  <a:pt x="256341" y="230743"/>
                  <a:pt x="247224" y="230743"/>
                </a:cubicBezTo>
                <a:lnTo>
                  <a:pt x="98890" y="230743"/>
                </a:lnTo>
                <a:cubicBezTo>
                  <a:pt x="89773" y="230743"/>
                  <a:pt x="82408" y="223377"/>
                  <a:pt x="82408" y="214261"/>
                </a:cubicBezTo>
                <a:close/>
                <a:moveTo>
                  <a:pt x="32963" y="193659"/>
                </a:moveTo>
                <a:cubicBezTo>
                  <a:pt x="44334" y="193659"/>
                  <a:pt x="53565" y="202890"/>
                  <a:pt x="53565" y="214261"/>
                </a:cubicBezTo>
                <a:cubicBezTo>
                  <a:pt x="53565" y="225632"/>
                  <a:pt x="44334" y="234863"/>
                  <a:pt x="32963" y="234863"/>
                </a:cubicBezTo>
                <a:cubicBezTo>
                  <a:pt x="21593" y="234863"/>
                  <a:pt x="12361" y="225632"/>
                  <a:pt x="12361" y="214261"/>
                </a:cubicBezTo>
                <a:cubicBezTo>
                  <a:pt x="12361" y="202890"/>
                  <a:pt x="21593" y="193659"/>
                  <a:pt x="32963" y="193659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53" name="Text 50"/>
          <p:cNvSpPr/>
          <p:nvPr/>
        </p:nvSpPr>
        <p:spPr>
          <a:xfrm>
            <a:off x="6810863" y="4950639"/>
            <a:ext cx="1608606" cy="281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FFFFFF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Progress Tracking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6375748" y="5337296"/>
            <a:ext cx="5362019" cy="2549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5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Real-time progress bar</a:t>
            </a:r>
            <a:r>
              <a:rPr lang="en-US" sz="124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showing vehicle en route with stage indicators: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375748" y="5699892"/>
            <a:ext cx="5282907" cy="984502"/>
          </a:xfrm>
          <a:custGeom>
            <a:avLst/>
            <a:gdLst/>
            <a:ahLst/>
            <a:cxnLst/>
            <a:rect l="l" t="t" r="r" b="b"/>
            <a:pathLst>
              <a:path w="5282907" h="984502">
                <a:moveTo>
                  <a:pt x="105480" y="0"/>
                </a:moveTo>
                <a:lnTo>
                  <a:pt x="5177427" y="0"/>
                </a:lnTo>
                <a:cubicBezTo>
                  <a:pt x="5235682" y="0"/>
                  <a:pt x="5282907" y="47225"/>
                  <a:pt x="5282907" y="105480"/>
                </a:cubicBezTo>
                <a:lnTo>
                  <a:pt x="5282907" y="879022"/>
                </a:lnTo>
                <a:cubicBezTo>
                  <a:pt x="5282907" y="937277"/>
                  <a:pt x="5235682" y="984502"/>
                  <a:pt x="5177427" y="984502"/>
                </a:cubicBezTo>
                <a:lnTo>
                  <a:pt x="105480" y="984502"/>
                </a:lnTo>
                <a:cubicBezTo>
                  <a:pt x="47225" y="984502"/>
                  <a:pt x="0" y="937277"/>
                  <a:pt x="0" y="879022"/>
                </a:cubicBezTo>
                <a:lnTo>
                  <a:pt x="0" y="105480"/>
                </a:lnTo>
                <a:cubicBezTo>
                  <a:pt x="0" y="47264"/>
                  <a:pt x="47264" y="0"/>
                  <a:pt x="10548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/>
          <p:nvPr/>
        </p:nvSpPr>
        <p:spPr>
          <a:xfrm>
            <a:off x="6516391" y="5875588"/>
            <a:ext cx="1160306" cy="210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Dispatch Progress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11118608" y="5840535"/>
            <a:ext cx="509831" cy="2812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65%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6516391" y="6192035"/>
            <a:ext cx="5001621" cy="105482"/>
          </a:xfrm>
          <a:custGeom>
            <a:avLst/>
            <a:gdLst/>
            <a:ahLst/>
            <a:cxnLst/>
            <a:rect l="l" t="t" r="r" b="b"/>
            <a:pathLst>
              <a:path w="5001621" h="105482">
                <a:moveTo>
                  <a:pt x="52741" y="0"/>
                </a:moveTo>
                <a:lnTo>
                  <a:pt x="4948880" y="0"/>
                </a:lnTo>
                <a:cubicBezTo>
                  <a:pt x="4978008" y="0"/>
                  <a:pt x="5001621" y="23613"/>
                  <a:pt x="5001621" y="52741"/>
                </a:cubicBezTo>
                <a:lnTo>
                  <a:pt x="5001621" y="52741"/>
                </a:lnTo>
                <a:cubicBezTo>
                  <a:pt x="5001621" y="81869"/>
                  <a:pt x="4978008" y="105482"/>
                  <a:pt x="4948880" y="105482"/>
                </a:cubicBezTo>
                <a:lnTo>
                  <a:pt x="52741" y="105482"/>
                </a:lnTo>
                <a:cubicBezTo>
                  <a:pt x="23633" y="105482"/>
                  <a:pt x="0" y="81850"/>
                  <a:pt x="0" y="52741"/>
                </a:cubicBezTo>
                <a:lnTo>
                  <a:pt x="0" y="52741"/>
                </a:lnTo>
                <a:cubicBezTo>
                  <a:pt x="0" y="23633"/>
                  <a:pt x="23633" y="0"/>
                  <a:pt x="52741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9" name="Shape 56"/>
          <p:cNvSpPr/>
          <p:nvPr/>
        </p:nvSpPr>
        <p:spPr>
          <a:xfrm>
            <a:off x="6516391" y="6192035"/>
            <a:ext cx="3252372" cy="105482"/>
          </a:xfrm>
          <a:custGeom>
            <a:avLst/>
            <a:gdLst/>
            <a:ahLst/>
            <a:cxnLst/>
            <a:rect l="l" t="t" r="r" b="b"/>
            <a:pathLst>
              <a:path w="3252372" h="105482">
                <a:moveTo>
                  <a:pt x="52741" y="0"/>
                </a:moveTo>
                <a:lnTo>
                  <a:pt x="3199631" y="0"/>
                </a:lnTo>
                <a:cubicBezTo>
                  <a:pt x="3228759" y="0"/>
                  <a:pt x="3252372" y="23613"/>
                  <a:pt x="3252372" y="52741"/>
                </a:cubicBezTo>
                <a:lnTo>
                  <a:pt x="3252372" y="52741"/>
                </a:lnTo>
                <a:cubicBezTo>
                  <a:pt x="3252372" y="81869"/>
                  <a:pt x="3228759" y="105482"/>
                  <a:pt x="3199631" y="105482"/>
                </a:cubicBezTo>
                <a:lnTo>
                  <a:pt x="52741" y="105482"/>
                </a:lnTo>
                <a:cubicBezTo>
                  <a:pt x="23633" y="105482"/>
                  <a:pt x="0" y="81850"/>
                  <a:pt x="0" y="52741"/>
                </a:cubicBezTo>
                <a:lnTo>
                  <a:pt x="0" y="52741"/>
                </a:lnTo>
                <a:cubicBezTo>
                  <a:pt x="0" y="23633"/>
                  <a:pt x="23633" y="0"/>
                  <a:pt x="52741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60" name="Shape 57"/>
          <p:cNvSpPr/>
          <p:nvPr/>
        </p:nvSpPr>
        <p:spPr>
          <a:xfrm>
            <a:off x="6533972" y="6388935"/>
            <a:ext cx="123063" cy="123063"/>
          </a:xfrm>
          <a:custGeom>
            <a:avLst/>
            <a:gdLst/>
            <a:ahLst/>
            <a:cxnLst/>
            <a:rect l="l" t="t" r="r" b="b"/>
            <a:pathLst>
              <a:path w="123063" h="123063">
                <a:moveTo>
                  <a:pt x="61531" y="123063"/>
                </a:moveTo>
                <a:cubicBezTo>
                  <a:pt x="95491" y="123063"/>
                  <a:pt x="123063" y="95491"/>
                  <a:pt x="123063" y="61531"/>
                </a:cubicBezTo>
                <a:cubicBezTo>
                  <a:pt x="123063" y="27571"/>
                  <a:pt x="95491" y="0"/>
                  <a:pt x="61531" y="0"/>
                </a:cubicBezTo>
                <a:cubicBezTo>
                  <a:pt x="27571" y="0"/>
                  <a:pt x="0" y="27571"/>
                  <a:pt x="0" y="61531"/>
                </a:cubicBezTo>
                <a:cubicBezTo>
                  <a:pt x="0" y="95491"/>
                  <a:pt x="27571" y="123063"/>
                  <a:pt x="61531" y="123063"/>
                </a:cubicBezTo>
                <a:close/>
                <a:moveTo>
                  <a:pt x="81817" y="51124"/>
                </a:moveTo>
                <a:lnTo>
                  <a:pt x="62589" y="81890"/>
                </a:lnTo>
                <a:cubicBezTo>
                  <a:pt x="61579" y="83500"/>
                  <a:pt x="59849" y="84509"/>
                  <a:pt x="57950" y="84606"/>
                </a:cubicBezTo>
                <a:cubicBezTo>
                  <a:pt x="56051" y="84702"/>
                  <a:pt x="54225" y="83836"/>
                  <a:pt x="53095" y="82298"/>
                </a:cubicBezTo>
                <a:lnTo>
                  <a:pt x="41558" y="66915"/>
                </a:lnTo>
                <a:cubicBezTo>
                  <a:pt x="39635" y="64368"/>
                  <a:pt x="40164" y="60762"/>
                  <a:pt x="42711" y="58839"/>
                </a:cubicBezTo>
                <a:cubicBezTo>
                  <a:pt x="45259" y="56917"/>
                  <a:pt x="48865" y="57445"/>
                  <a:pt x="50787" y="59993"/>
                </a:cubicBezTo>
                <a:lnTo>
                  <a:pt x="57277" y="68646"/>
                </a:lnTo>
                <a:lnTo>
                  <a:pt x="72035" y="45019"/>
                </a:lnTo>
                <a:cubicBezTo>
                  <a:pt x="73717" y="42327"/>
                  <a:pt x="77275" y="41486"/>
                  <a:pt x="79991" y="43192"/>
                </a:cubicBezTo>
                <a:cubicBezTo>
                  <a:pt x="82707" y="44899"/>
                  <a:pt x="83524" y="48432"/>
                  <a:pt x="81817" y="51148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61" name="Text 58"/>
          <p:cNvSpPr/>
          <p:nvPr/>
        </p:nvSpPr>
        <p:spPr>
          <a:xfrm>
            <a:off x="6698951" y="6367839"/>
            <a:ext cx="670089" cy="1758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Dispatched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8809863" y="6388935"/>
            <a:ext cx="123063" cy="123063"/>
          </a:xfrm>
          <a:custGeom>
            <a:avLst/>
            <a:gdLst/>
            <a:ahLst/>
            <a:cxnLst/>
            <a:rect l="l" t="t" r="r" b="b"/>
            <a:pathLst>
              <a:path w="123063" h="123063">
                <a:moveTo>
                  <a:pt x="49994" y="11537"/>
                </a:moveTo>
                <a:cubicBezTo>
                  <a:pt x="49994" y="5170"/>
                  <a:pt x="55164" y="0"/>
                  <a:pt x="61531" y="0"/>
                </a:cubicBezTo>
                <a:cubicBezTo>
                  <a:pt x="67899" y="0"/>
                  <a:pt x="73068" y="5170"/>
                  <a:pt x="73068" y="11537"/>
                </a:cubicBezTo>
                <a:cubicBezTo>
                  <a:pt x="73068" y="17905"/>
                  <a:pt x="67899" y="23074"/>
                  <a:pt x="61531" y="23074"/>
                </a:cubicBezTo>
                <a:cubicBezTo>
                  <a:pt x="55164" y="23074"/>
                  <a:pt x="49994" y="17905"/>
                  <a:pt x="49994" y="11537"/>
                </a:cubicBezTo>
                <a:close/>
                <a:moveTo>
                  <a:pt x="49994" y="111526"/>
                </a:moveTo>
                <a:cubicBezTo>
                  <a:pt x="49994" y="105158"/>
                  <a:pt x="55164" y="99988"/>
                  <a:pt x="61531" y="99988"/>
                </a:cubicBezTo>
                <a:cubicBezTo>
                  <a:pt x="67899" y="99988"/>
                  <a:pt x="73068" y="105158"/>
                  <a:pt x="73068" y="111526"/>
                </a:cubicBezTo>
                <a:cubicBezTo>
                  <a:pt x="73068" y="117893"/>
                  <a:pt x="67899" y="123063"/>
                  <a:pt x="61531" y="123063"/>
                </a:cubicBezTo>
                <a:cubicBezTo>
                  <a:pt x="55164" y="123063"/>
                  <a:pt x="49994" y="117893"/>
                  <a:pt x="49994" y="111526"/>
                </a:cubicBezTo>
                <a:close/>
                <a:moveTo>
                  <a:pt x="11537" y="49994"/>
                </a:moveTo>
                <a:cubicBezTo>
                  <a:pt x="17905" y="49994"/>
                  <a:pt x="23074" y="55164"/>
                  <a:pt x="23074" y="61531"/>
                </a:cubicBezTo>
                <a:cubicBezTo>
                  <a:pt x="23074" y="67899"/>
                  <a:pt x="17905" y="73068"/>
                  <a:pt x="11537" y="73068"/>
                </a:cubicBezTo>
                <a:cubicBezTo>
                  <a:pt x="5170" y="73068"/>
                  <a:pt x="0" y="67899"/>
                  <a:pt x="0" y="61531"/>
                </a:cubicBezTo>
                <a:cubicBezTo>
                  <a:pt x="0" y="55164"/>
                  <a:pt x="5170" y="49994"/>
                  <a:pt x="11537" y="49994"/>
                </a:cubicBezTo>
                <a:close/>
                <a:moveTo>
                  <a:pt x="99988" y="61531"/>
                </a:moveTo>
                <a:cubicBezTo>
                  <a:pt x="99988" y="55164"/>
                  <a:pt x="105158" y="49994"/>
                  <a:pt x="111526" y="49994"/>
                </a:cubicBezTo>
                <a:cubicBezTo>
                  <a:pt x="117893" y="49994"/>
                  <a:pt x="123063" y="55164"/>
                  <a:pt x="123063" y="61531"/>
                </a:cubicBezTo>
                <a:cubicBezTo>
                  <a:pt x="123063" y="67899"/>
                  <a:pt x="117893" y="73068"/>
                  <a:pt x="111526" y="73068"/>
                </a:cubicBezTo>
                <a:cubicBezTo>
                  <a:pt x="105158" y="73068"/>
                  <a:pt x="99988" y="67899"/>
                  <a:pt x="99988" y="61531"/>
                </a:cubicBezTo>
                <a:close/>
                <a:moveTo>
                  <a:pt x="18027" y="88716"/>
                </a:moveTo>
                <a:cubicBezTo>
                  <a:pt x="22530" y="84212"/>
                  <a:pt x="29843" y="84212"/>
                  <a:pt x="34347" y="88716"/>
                </a:cubicBezTo>
                <a:cubicBezTo>
                  <a:pt x="38851" y="93219"/>
                  <a:pt x="38851" y="100532"/>
                  <a:pt x="34347" y="105036"/>
                </a:cubicBezTo>
                <a:cubicBezTo>
                  <a:pt x="29843" y="109540"/>
                  <a:pt x="22530" y="109540"/>
                  <a:pt x="18027" y="105036"/>
                </a:cubicBezTo>
                <a:cubicBezTo>
                  <a:pt x="13523" y="100532"/>
                  <a:pt x="13523" y="93219"/>
                  <a:pt x="18027" y="88716"/>
                </a:cubicBezTo>
                <a:close/>
                <a:moveTo>
                  <a:pt x="18027" y="18027"/>
                </a:moveTo>
                <a:cubicBezTo>
                  <a:pt x="22530" y="13523"/>
                  <a:pt x="29843" y="13523"/>
                  <a:pt x="34347" y="18027"/>
                </a:cubicBezTo>
                <a:cubicBezTo>
                  <a:pt x="38851" y="22530"/>
                  <a:pt x="38851" y="29843"/>
                  <a:pt x="34347" y="34347"/>
                </a:cubicBezTo>
                <a:cubicBezTo>
                  <a:pt x="29843" y="38851"/>
                  <a:pt x="22530" y="38851"/>
                  <a:pt x="18027" y="34347"/>
                </a:cubicBezTo>
                <a:cubicBezTo>
                  <a:pt x="13523" y="29843"/>
                  <a:pt x="13523" y="22530"/>
                  <a:pt x="18027" y="18027"/>
                </a:cubicBezTo>
                <a:close/>
                <a:moveTo>
                  <a:pt x="105036" y="88716"/>
                </a:moveTo>
                <a:cubicBezTo>
                  <a:pt x="109543" y="93222"/>
                  <a:pt x="109543" y="100529"/>
                  <a:pt x="105036" y="105036"/>
                </a:cubicBezTo>
                <a:cubicBezTo>
                  <a:pt x="100529" y="109543"/>
                  <a:pt x="93222" y="109543"/>
                  <a:pt x="88716" y="105036"/>
                </a:cubicBezTo>
                <a:cubicBezTo>
                  <a:pt x="84209" y="100529"/>
                  <a:pt x="84209" y="93222"/>
                  <a:pt x="88716" y="88716"/>
                </a:cubicBezTo>
                <a:cubicBezTo>
                  <a:pt x="93222" y="84209"/>
                  <a:pt x="100529" y="84209"/>
                  <a:pt x="105036" y="88716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8974842" y="6367839"/>
            <a:ext cx="538236" cy="1758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 Route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10956319" y="6388935"/>
            <a:ext cx="123063" cy="123063"/>
          </a:xfrm>
          <a:custGeom>
            <a:avLst/>
            <a:gdLst/>
            <a:ahLst/>
            <a:cxnLst/>
            <a:rect l="l" t="t" r="r" b="b"/>
            <a:pathLst>
              <a:path w="123063" h="123063">
                <a:moveTo>
                  <a:pt x="0" y="61531"/>
                </a:moveTo>
                <a:cubicBezTo>
                  <a:pt x="0" y="27571"/>
                  <a:pt x="27571" y="0"/>
                  <a:pt x="61531" y="0"/>
                </a:cubicBezTo>
                <a:cubicBezTo>
                  <a:pt x="95491" y="0"/>
                  <a:pt x="123063" y="27571"/>
                  <a:pt x="123063" y="61531"/>
                </a:cubicBezTo>
                <a:cubicBezTo>
                  <a:pt x="123063" y="95491"/>
                  <a:pt x="95491" y="123063"/>
                  <a:pt x="61531" y="123063"/>
                </a:cubicBezTo>
                <a:cubicBezTo>
                  <a:pt x="27571" y="123063"/>
                  <a:pt x="0" y="95491"/>
                  <a:pt x="0" y="61531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65" name="Text 62"/>
          <p:cNvSpPr/>
          <p:nvPr/>
        </p:nvSpPr>
        <p:spPr>
          <a:xfrm>
            <a:off x="11121298" y="6367839"/>
            <a:ext cx="459124" cy="1758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Arrived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094" y="348094"/>
            <a:ext cx="11565430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b="1" kern="0" spc="55" dirty="0">
                <a:solidFill>
                  <a:schemeClr val="accent5">
                    <a:lumMod val="5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Performance</a:t>
            </a:r>
            <a:r>
              <a:rPr lang="en-US" sz="1095" b="1" kern="0" spc="55" dirty="0">
                <a:solidFill>
                  <a:srgbClr val="E6394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r>
              <a:rPr lang="en-US" sz="1095" b="1" kern="0" spc="55" dirty="0">
                <a:solidFill>
                  <a:schemeClr val="accent5">
                    <a:lumMod val="5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Metrics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48094" y="591760"/>
            <a:ext cx="11704668" cy="417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9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System Performance Highlights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1927" y="1044282"/>
            <a:ext cx="5735293" cy="3585371"/>
          </a:xfrm>
          <a:custGeom>
            <a:avLst/>
            <a:gdLst/>
            <a:ahLst/>
            <a:cxnLst/>
            <a:rect l="l" t="t" r="r" b="b"/>
            <a:pathLst>
              <a:path w="5639126" h="3480942">
                <a:moveTo>
                  <a:pt x="139238" y="0"/>
                </a:moveTo>
                <a:lnTo>
                  <a:pt x="5499889" y="0"/>
                </a:lnTo>
                <a:cubicBezTo>
                  <a:pt x="5576788" y="0"/>
                  <a:pt x="5639126" y="62339"/>
                  <a:pt x="5639126" y="139238"/>
                </a:cubicBezTo>
                <a:lnTo>
                  <a:pt x="5639126" y="3341704"/>
                </a:lnTo>
                <a:cubicBezTo>
                  <a:pt x="5639126" y="3418603"/>
                  <a:pt x="5576788" y="3480942"/>
                  <a:pt x="5499889" y="3480942"/>
                </a:cubicBezTo>
                <a:lnTo>
                  <a:pt x="139238" y="3480942"/>
                </a:lnTo>
                <a:cubicBezTo>
                  <a:pt x="62339" y="3480942"/>
                  <a:pt x="0" y="3418603"/>
                  <a:pt x="0" y="3341704"/>
                </a:cubicBezTo>
                <a:lnTo>
                  <a:pt x="0" y="139238"/>
                </a:lnTo>
                <a:cubicBezTo>
                  <a:pt x="0" y="62339"/>
                  <a:pt x="62339" y="0"/>
                  <a:pt x="139238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effectLst>
            <a:outerShdw blurRad="130535" dist="8702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556951" y="1631692"/>
            <a:ext cx="696188" cy="696188"/>
          </a:xfrm>
          <a:custGeom>
            <a:avLst/>
            <a:gdLst/>
            <a:ahLst/>
            <a:cxnLst/>
            <a:rect l="l" t="t" r="r" b="b"/>
            <a:pathLst>
              <a:path w="696188" h="696188">
                <a:moveTo>
                  <a:pt x="139238" y="0"/>
                </a:moveTo>
                <a:lnTo>
                  <a:pt x="556951" y="0"/>
                </a:lnTo>
                <a:cubicBezTo>
                  <a:pt x="633798" y="0"/>
                  <a:pt x="696188" y="62390"/>
                  <a:pt x="696188" y="139238"/>
                </a:cubicBezTo>
                <a:lnTo>
                  <a:pt x="696188" y="556951"/>
                </a:lnTo>
                <a:cubicBezTo>
                  <a:pt x="696188" y="633850"/>
                  <a:pt x="633850" y="696188"/>
                  <a:pt x="556951" y="696188"/>
                </a:cubicBezTo>
                <a:lnTo>
                  <a:pt x="139238" y="696188"/>
                </a:lnTo>
                <a:cubicBezTo>
                  <a:pt x="62390" y="696188"/>
                  <a:pt x="0" y="633798"/>
                  <a:pt x="0" y="556951"/>
                </a:cubicBezTo>
                <a:lnTo>
                  <a:pt x="0" y="139238"/>
                </a:lnTo>
                <a:cubicBezTo>
                  <a:pt x="0" y="62339"/>
                  <a:pt x="62339" y="0"/>
                  <a:pt x="13923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22296" y="1770929"/>
            <a:ext cx="365499" cy="417713"/>
          </a:xfrm>
          <a:custGeom>
            <a:avLst/>
            <a:gdLst/>
            <a:ahLst/>
            <a:cxnLst/>
            <a:rect l="l" t="t" r="r" b="b"/>
            <a:pathLst>
              <a:path w="365499" h="417713">
                <a:moveTo>
                  <a:pt x="276409" y="-8077"/>
                </a:moveTo>
                <a:cubicBezTo>
                  <a:pt x="286117" y="-1061"/>
                  <a:pt x="289707" y="11667"/>
                  <a:pt x="285301" y="22762"/>
                </a:cubicBezTo>
                <a:lnTo>
                  <a:pt x="221339" y="182749"/>
                </a:lnTo>
                <a:lnTo>
                  <a:pt x="339392" y="182749"/>
                </a:lnTo>
                <a:cubicBezTo>
                  <a:pt x="350406" y="182749"/>
                  <a:pt x="360196" y="189603"/>
                  <a:pt x="363949" y="199964"/>
                </a:cubicBezTo>
                <a:cubicBezTo>
                  <a:pt x="367702" y="210325"/>
                  <a:pt x="364520" y="221910"/>
                  <a:pt x="356117" y="228926"/>
                </a:cubicBezTo>
                <a:lnTo>
                  <a:pt x="121153" y="424729"/>
                </a:lnTo>
                <a:cubicBezTo>
                  <a:pt x="111934" y="432398"/>
                  <a:pt x="98799" y="432806"/>
                  <a:pt x="89090" y="425790"/>
                </a:cubicBezTo>
                <a:cubicBezTo>
                  <a:pt x="79382" y="418774"/>
                  <a:pt x="75792" y="406046"/>
                  <a:pt x="80198" y="394951"/>
                </a:cubicBezTo>
                <a:lnTo>
                  <a:pt x="144160" y="234964"/>
                </a:lnTo>
                <a:lnTo>
                  <a:pt x="26107" y="234964"/>
                </a:lnTo>
                <a:cubicBezTo>
                  <a:pt x="15093" y="234964"/>
                  <a:pt x="5303" y="228110"/>
                  <a:pt x="1550" y="217749"/>
                </a:cubicBezTo>
                <a:cubicBezTo>
                  <a:pt x="-2203" y="207388"/>
                  <a:pt x="979" y="195803"/>
                  <a:pt x="9382" y="188787"/>
                </a:cubicBezTo>
                <a:lnTo>
                  <a:pt x="244346" y="-7016"/>
                </a:lnTo>
                <a:cubicBezTo>
                  <a:pt x="253565" y="-14685"/>
                  <a:pt x="266700" y="-15093"/>
                  <a:pt x="276409" y="-807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92377" y="1596882"/>
            <a:ext cx="1322758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dirty="0">
                <a:solidFill>
                  <a:srgbClr val="FFFFFF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Response Time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92377" y="1840548"/>
            <a:ext cx="1496805" cy="5221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110" b="1" dirty="0">
                <a:solidFill>
                  <a:srgbClr val="FFFFFF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~2 sec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6951" y="2501927"/>
            <a:ext cx="5308437" cy="5656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Time to </a:t>
            </a:r>
            <a:r>
              <a:rPr lang="en-US" sz="137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predict traffic + assess severity + assign vehicle</a:t>
            </a:r>
            <a:r>
              <a:rPr lang="en-US" sz="137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and calculate optimal route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6951" y="3206818"/>
            <a:ext cx="5221413" cy="974664"/>
          </a:xfrm>
          <a:custGeom>
            <a:avLst/>
            <a:gdLst/>
            <a:ahLst/>
            <a:cxnLst/>
            <a:rect l="l" t="t" r="r" b="b"/>
            <a:pathLst>
              <a:path w="5221413" h="974664">
                <a:moveTo>
                  <a:pt x="104425" y="0"/>
                </a:moveTo>
                <a:lnTo>
                  <a:pt x="5116988" y="0"/>
                </a:lnTo>
                <a:cubicBezTo>
                  <a:pt x="5174660" y="0"/>
                  <a:pt x="5221413" y="46753"/>
                  <a:pt x="5221413" y="104425"/>
                </a:cubicBezTo>
                <a:lnTo>
                  <a:pt x="5221413" y="870238"/>
                </a:lnTo>
                <a:cubicBezTo>
                  <a:pt x="5221413" y="927911"/>
                  <a:pt x="5174660" y="974664"/>
                  <a:pt x="5116988" y="974664"/>
                </a:cubicBezTo>
                <a:lnTo>
                  <a:pt x="104425" y="974664"/>
                </a:lnTo>
                <a:cubicBezTo>
                  <a:pt x="46753" y="974664"/>
                  <a:pt x="0" y="927911"/>
                  <a:pt x="0" y="870238"/>
                </a:cubicBezTo>
                <a:lnTo>
                  <a:pt x="0" y="104425"/>
                </a:lnTo>
                <a:cubicBezTo>
                  <a:pt x="0" y="46791"/>
                  <a:pt x="46791" y="0"/>
                  <a:pt x="10442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96188" y="3380865"/>
            <a:ext cx="1331460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Traditional System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5441" y="3346056"/>
            <a:ext cx="1105199" cy="313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5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8-14 min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6188" y="3763769"/>
            <a:ext cx="1061687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Our AI System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5867" y="3728959"/>
            <a:ext cx="835426" cy="313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5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~2 sec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9884" y="1148711"/>
            <a:ext cx="5639126" cy="3480942"/>
          </a:xfrm>
          <a:custGeom>
            <a:avLst/>
            <a:gdLst/>
            <a:ahLst/>
            <a:cxnLst/>
            <a:rect l="l" t="t" r="r" b="b"/>
            <a:pathLst>
              <a:path w="5639126" h="3480942">
                <a:moveTo>
                  <a:pt x="139238" y="0"/>
                </a:moveTo>
                <a:lnTo>
                  <a:pt x="5499889" y="0"/>
                </a:lnTo>
                <a:cubicBezTo>
                  <a:pt x="5576788" y="0"/>
                  <a:pt x="5639126" y="62339"/>
                  <a:pt x="5639126" y="139238"/>
                </a:cubicBezTo>
                <a:lnTo>
                  <a:pt x="5639126" y="3341704"/>
                </a:lnTo>
                <a:cubicBezTo>
                  <a:pt x="5639126" y="3418603"/>
                  <a:pt x="5576788" y="3480942"/>
                  <a:pt x="5499889" y="3480942"/>
                </a:cubicBezTo>
                <a:lnTo>
                  <a:pt x="139238" y="3480942"/>
                </a:lnTo>
                <a:cubicBezTo>
                  <a:pt x="62339" y="3480942"/>
                  <a:pt x="0" y="3418603"/>
                  <a:pt x="0" y="3341704"/>
                </a:cubicBezTo>
                <a:lnTo>
                  <a:pt x="0" y="139238"/>
                </a:lnTo>
                <a:cubicBezTo>
                  <a:pt x="0" y="62339"/>
                  <a:pt x="62339" y="0"/>
                  <a:pt x="139238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effectLst>
            <a:outerShdw blurRad="130535" dist="8702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08741" y="1753525"/>
            <a:ext cx="696188" cy="696188"/>
          </a:xfrm>
          <a:custGeom>
            <a:avLst/>
            <a:gdLst/>
            <a:ahLst/>
            <a:cxnLst/>
            <a:rect l="l" t="t" r="r" b="b"/>
            <a:pathLst>
              <a:path w="696188" h="696188">
                <a:moveTo>
                  <a:pt x="139238" y="0"/>
                </a:moveTo>
                <a:lnTo>
                  <a:pt x="556951" y="0"/>
                </a:lnTo>
                <a:cubicBezTo>
                  <a:pt x="633798" y="0"/>
                  <a:pt x="696188" y="62390"/>
                  <a:pt x="696188" y="139238"/>
                </a:cubicBezTo>
                <a:lnTo>
                  <a:pt x="696188" y="556951"/>
                </a:lnTo>
                <a:cubicBezTo>
                  <a:pt x="696188" y="633850"/>
                  <a:pt x="633850" y="696188"/>
                  <a:pt x="556951" y="696188"/>
                </a:cubicBezTo>
                <a:lnTo>
                  <a:pt x="139238" y="696188"/>
                </a:lnTo>
                <a:cubicBezTo>
                  <a:pt x="62390" y="696188"/>
                  <a:pt x="0" y="633798"/>
                  <a:pt x="0" y="556951"/>
                </a:cubicBezTo>
                <a:lnTo>
                  <a:pt x="0" y="139238"/>
                </a:lnTo>
                <a:cubicBezTo>
                  <a:pt x="0" y="62339"/>
                  <a:pt x="62339" y="0"/>
                  <a:pt x="13923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547979" y="1892762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182668" y="26107"/>
                </a:moveTo>
                <a:lnTo>
                  <a:pt x="120500" y="26107"/>
                </a:lnTo>
                <a:cubicBezTo>
                  <a:pt x="96515" y="26107"/>
                  <a:pt x="75547" y="42506"/>
                  <a:pt x="69836" y="65757"/>
                </a:cubicBezTo>
                <a:lnTo>
                  <a:pt x="1142" y="343063"/>
                </a:lnTo>
                <a:cubicBezTo>
                  <a:pt x="-4977" y="367702"/>
                  <a:pt x="13706" y="391606"/>
                  <a:pt x="39161" y="391606"/>
                </a:cubicBezTo>
                <a:lnTo>
                  <a:pt x="182668" y="391606"/>
                </a:lnTo>
                <a:lnTo>
                  <a:pt x="182668" y="339392"/>
                </a:lnTo>
                <a:cubicBezTo>
                  <a:pt x="182668" y="324951"/>
                  <a:pt x="194334" y="313285"/>
                  <a:pt x="208775" y="313285"/>
                </a:cubicBezTo>
                <a:cubicBezTo>
                  <a:pt x="223215" y="313285"/>
                  <a:pt x="234882" y="324951"/>
                  <a:pt x="234882" y="339392"/>
                </a:cubicBezTo>
                <a:lnTo>
                  <a:pt x="234882" y="391606"/>
                </a:lnTo>
                <a:lnTo>
                  <a:pt x="378552" y="391606"/>
                </a:lnTo>
                <a:cubicBezTo>
                  <a:pt x="404007" y="391606"/>
                  <a:pt x="422690" y="367702"/>
                  <a:pt x="416571" y="343063"/>
                </a:cubicBezTo>
                <a:lnTo>
                  <a:pt x="347958" y="65757"/>
                </a:lnTo>
                <a:cubicBezTo>
                  <a:pt x="342166" y="42506"/>
                  <a:pt x="321280" y="26107"/>
                  <a:pt x="297213" y="26107"/>
                </a:cubicBezTo>
                <a:lnTo>
                  <a:pt x="234882" y="26107"/>
                </a:lnTo>
                <a:lnTo>
                  <a:pt x="234882" y="78321"/>
                </a:lnTo>
                <a:cubicBezTo>
                  <a:pt x="234882" y="92762"/>
                  <a:pt x="223215" y="104428"/>
                  <a:pt x="208775" y="104428"/>
                </a:cubicBezTo>
                <a:cubicBezTo>
                  <a:pt x="194334" y="104428"/>
                  <a:pt x="182668" y="92762"/>
                  <a:pt x="182668" y="78321"/>
                </a:cubicBezTo>
                <a:lnTo>
                  <a:pt x="182668" y="26107"/>
                </a:lnTo>
                <a:close/>
                <a:moveTo>
                  <a:pt x="234882" y="182749"/>
                </a:moveTo>
                <a:lnTo>
                  <a:pt x="234882" y="234964"/>
                </a:lnTo>
                <a:cubicBezTo>
                  <a:pt x="234882" y="249404"/>
                  <a:pt x="223215" y="261071"/>
                  <a:pt x="208775" y="261071"/>
                </a:cubicBezTo>
                <a:cubicBezTo>
                  <a:pt x="194334" y="261071"/>
                  <a:pt x="182668" y="249404"/>
                  <a:pt x="182668" y="234964"/>
                </a:cubicBezTo>
                <a:lnTo>
                  <a:pt x="182668" y="182749"/>
                </a:lnTo>
                <a:cubicBezTo>
                  <a:pt x="182668" y="168309"/>
                  <a:pt x="194334" y="156642"/>
                  <a:pt x="208775" y="156642"/>
                </a:cubicBezTo>
                <a:cubicBezTo>
                  <a:pt x="223215" y="156642"/>
                  <a:pt x="234882" y="168309"/>
                  <a:pt x="234882" y="182749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244167" y="1805739"/>
            <a:ext cx="1279246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dirty="0">
                <a:solidFill>
                  <a:srgbClr val="FFFFFF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Road Network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44167" y="2049405"/>
            <a:ext cx="1348865" cy="3480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5" b="1" dirty="0">
                <a:solidFill>
                  <a:srgbClr val="FFFFFF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Real Data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8741" y="2588951"/>
            <a:ext cx="5308437" cy="5656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Routing via </a:t>
            </a:r>
            <a:r>
              <a:rPr lang="en-US" sz="137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actual OpenStreetMap data</a:t>
            </a:r>
            <a:r>
              <a:rPr lang="en-US" sz="137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with real road geometries, speed limits, and traffic patterns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8741" y="3293842"/>
            <a:ext cx="2558493" cy="730998"/>
          </a:xfrm>
          <a:custGeom>
            <a:avLst/>
            <a:gdLst/>
            <a:ahLst/>
            <a:cxnLst/>
            <a:rect l="l" t="t" r="r" b="b"/>
            <a:pathLst>
              <a:path w="2558493" h="730998">
                <a:moveTo>
                  <a:pt x="104430" y="0"/>
                </a:moveTo>
                <a:lnTo>
                  <a:pt x="2454062" y="0"/>
                </a:lnTo>
                <a:cubicBezTo>
                  <a:pt x="2511737" y="0"/>
                  <a:pt x="2558493" y="46755"/>
                  <a:pt x="2558493" y="104430"/>
                </a:cubicBezTo>
                <a:lnTo>
                  <a:pt x="2558493" y="626568"/>
                </a:lnTo>
                <a:cubicBezTo>
                  <a:pt x="2558493" y="684243"/>
                  <a:pt x="2511737" y="730998"/>
                  <a:pt x="2454062" y="730998"/>
                </a:cubicBezTo>
                <a:lnTo>
                  <a:pt x="104430" y="730998"/>
                </a:lnTo>
                <a:cubicBezTo>
                  <a:pt x="46755" y="730998"/>
                  <a:pt x="0" y="684243"/>
                  <a:pt x="0" y="626568"/>
                </a:cubicBezTo>
                <a:lnTo>
                  <a:pt x="0" y="104430"/>
                </a:lnTo>
                <a:cubicBezTo>
                  <a:pt x="0" y="46755"/>
                  <a:pt x="46755" y="0"/>
                  <a:pt x="10443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47901" y="3398270"/>
            <a:ext cx="2480171" cy="313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5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100%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78360" y="3711555"/>
            <a:ext cx="2419255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Real Roads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73619" y="3293842"/>
            <a:ext cx="2558493" cy="730998"/>
          </a:xfrm>
          <a:custGeom>
            <a:avLst/>
            <a:gdLst/>
            <a:ahLst/>
            <a:cxnLst/>
            <a:rect l="l" t="t" r="r" b="b"/>
            <a:pathLst>
              <a:path w="2558493" h="730998">
                <a:moveTo>
                  <a:pt x="104430" y="0"/>
                </a:moveTo>
                <a:lnTo>
                  <a:pt x="2454062" y="0"/>
                </a:lnTo>
                <a:cubicBezTo>
                  <a:pt x="2511737" y="0"/>
                  <a:pt x="2558493" y="46755"/>
                  <a:pt x="2558493" y="104430"/>
                </a:cubicBezTo>
                <a:lnTo>
                  <a:pt x="2558493" y="626568"/>
                </a:lnTo>
                <a:cubicBezTo>
                  <a:pt x="2558493" y="684243"/>
                  <a:pt x="2511737" y="730998"/>
                  <a:pt x="2454062" y="730998"/>
                </a:cubicBezTo>
                <a:lnTo>
                  <a:pt x="104430" y="730998"/>
                </a:lnTo>
                <a:cubicBezTo>
                  <a:pt x="46755" y="730998"/>
                  <a:pt x="0" y="684243"/>
                  <a:pt x="0" y="626568"/>
                </a:cubicBezTo>
                <a:lnTo>
                  <a:pt x="0" y="104430"/>
                </a:lnTo>
                <a:cubicBezTo>
                  <a:pt x="0" y="46755"/>
                  <a:pt x="46755" y="0"/>
                  <a:pt x="10443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112780" y="3398270"/>
            <a:ext cx="2480171" cy="313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5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Live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3238" y="3711555"/>
            <a:ext cx="2419255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5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Traffic Data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5499" y="4768891"/>
            <a:ext cx="5621722" cy="1914518"/>
          </a:xfrm>
          <a:custGeom>
            <a:avLst/>
            <a:gdLst/>
            <a:ahLst/>
            <a:cxnLst/>
            <a:rect l="l" t="t" r="r" b="b"/>
            <a:pathLst>
              <a:path w="5621722" h="1914518">
                <a:moveTo>
                  <a:pt x="34809" y="0"/>
                </a:moveTo>
                <a:lnTo>
                  <a:pt x="5482479" y="0"/>
                </a:lnTo>
                <a:cubicBezTo>
                  <a:pt x="5559380" y="0"/>
                  <a:pt x="5621722" y="62341"/>
                  <a:pt x="5621722" y="139243"/>
                </a:cubicBezTo>
                <a:lnTo>
                  <a:pt x="5621722" y="1775275"/>
                </a:lnTo>
                <a:cubicBezTo>
                  <a:pt x="5621722" y="1852177"/>
                  <a:pt x="5559380" y="1914518"/>
                  <a:pt x="5482479" y="1914518"/>
                </a:cubicBezTo>
                <a:lnTo>
                  <a:pt x="34809" y="1914518"/>
                </a:lnTo>
                <a:cubicBezTo>
                  <a:pt x="15585" y="1914518"/>
                  <a:pt x="0" y="1898933"/>
                  <a:pt x="0" y="18797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0535" dist="8702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91760" y="4977747"/>
            <a:ext cx="556951" cy="556951"/>
          </a:xfrm>
          <a:custGeom>
            <a:avLst/>
            <a:gdLst/>
            <a:ahLst/>
            <a:cxnLst/>
            <a:rect l="l" t="t" r="r" b="b"/>
            <a:pathLst>
              <a:path w="556951" h="556951">
                <a:moveTo>
                  <a:pt x="104428" y="0"/>
                </a:moveTo>
                <a:lnTo>
                  <a:pt x="452522" y="0"/>
                </a:lnTo>
                <a:cubicBezTo>
                  <a:pt x="510158" y="0"/>
                  <a:pt x="556951" y="46793"/>
                  <a:pt x="556951" y="104428"/>
                </a:cubicBezTo>
                <a:lnTo>
                  <a:pt x="556951" y="452522"/>
                </a:lnTo>
                <a:cubicBezTo>
                  <a:pt x="556951" y="510158"/>
                  <a:pt x="510158" y="556951"/>
                  <a:pt x="452522" y="556951"/>
                </a:cubicBezTo>
                <a:lnTo>
                  <a:pt x="104428" y="556951"/>
                </a:lnTo>
                <a:cubicBezTo>
                  <a:pt x="46793" y="556951"/>
                  <a:pt x="0" y="510158"/>
                  <a:pt x="0" y="452522"/>
                </a:cubicBezTo>
                <a:lnTo>
                  <a:pt x="0" y="104428"/>
                </a:lnTo>
                <a:cubicBezTo>
                  <a:pt x="0" y="46793"/>
                  <a:pt x="46793" y="0"/>
                  <a:pt x="104428" y="0"/>
                </a:cubicBezTo>
                <a:close/>
              </a:path>
            </a:pathLst>
          </a:custGeom>
          <a:solidFill>
            <a:schemeClr val="accent5">
              <a:lumMod val="50000"/>
              <a:alpha val="10196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41876" y="5125687"/>
            <a:ext cx="261071" cy="261071"/>
          </a:xfrm>
          <a:custGeom>
            <a:avLst/>
            <a:gdLst/>
            <a:ahLst/>
            <a:cxnLst/>
            <a:rect l="l" t="t" r="r" b="b"/>
            <a:pathLst>
              <a:path w="261071" h="261071">
                <a:moveTo>
                  <a:pt x="61188" y="28555"/>
                </a:moveTo>
                <a:cubicBezTo>
                  <a:pt x="61188" y="12799"/>
                  <a:pt x="73987" y="0"/>
                  <a:pt x="89743" y="0"/>
                </a:cubicBezTo>
                <a:lnTo>
                  <a:pt x="101981" y="0"/>
                </a:lnTo>
                <a:cubicBezTo>
                  <a:pt x="111006" y="0"/>
                  <a:pt x="118298" y="7292"/>
                  <a:pt x="118298" y="16317"/>
                </a:cubicBezTo>
                <a:lnTo>
                  <a:pt x="118298" y="244754"/>
                </a:lnTo>
                <a:cubicBezTo>
                  <a:pt x="118298" y="253779"/>
                  <a:pt x="111006" y="261071"/>
                  <a:pt x="101981" y="261071"/>
                </a:cubicBezTo>
                <a:lnTo>
                  <a:pt x="85664" y="261071"/>
                </a:lnTo>
                <a:cubicBezTo>
                  <a:pt x="70469" y="261071"/>
                  <a:pt x="57670" y="250669"/>
                  <a:pt x="54050" y="236595"/>
                </a:cubicBezTo>
                <a:cubicBezTo>
                  <a:pt x="53693" y="236595"/>
                  <a:pt x="53387" y="236595"/>
                  <a:pt x="53030" y="236595"/>
                </a:cubicBezTo>
                <a:cubicBezTo>
                  <a:pt x="30492" y="236595"/>
                  <a:pt x="12238" y="218341"/>
                  <a:pt x="12238" y="195803"/>
                </a:cubicBezTo>
                <a:cubicBezTo>
                  <a:pt x="12238" y="186625"/>
                  <a:pt x="15297" y="178160"/>
                  <a:pt x="20396" y="171328"/>
                </a:cubicBezTo>
                <a:cubicBezTo>
                  <a:pt x="10504" y="163883"/>
                  <a:pt x="4079" y="152053"/>
                  <a:pt x="4079" y="138694"/>
                </a:cubicBezTo>
                <a:cubicBezTo>
                  <a:pt x="4079" y="122938"/>
                  <a:pt x="13054" y="109221"/>
                  <a:pt x="26107" y="102440"/>
                </a:cubicBezTo>
                <a:cubicBezTo>
                  <a:pt x="22487" y="96321"/>
                  <a:pt x="20396" y="89182"/>
                  <a:pt x="20396" y="81585"/>
                </a:cubicBezTo>
                <a:cubicBezTo>
                  <a:pt x="20396" y="59047"/>
                  <a:pt x="38651" y="40792"/>
                  <a:pt x="61188" y="40792"/>
                </a:cubicBezTo>
                <a:lnTo>
                  <a:pt x="61188" y="28555"/>
                </a:lnTo>
                <a:close/>
                <a:moveTo>
                  <a:pt x="199882" y="28555"/>
                </a:moveTo>
                <a:lnTo>
                  <a:pt x="199882" y="40792"/>
                </a:lnTo>
                <a:cubicBezTo>
                  <a:pt x="222420" y="40792"/>
                  <a:pt x="240675" y="59047"/>
                  <a:pt x="240675" y="81585"/>
                </a:cubicBezTo>
                <a:cubicBezTo>
                  <a:pt x="240675" y="89233"/>
                  <a:pt x="238584" y="96372"/>
                  <a:pt x="234964" y="102440"/>
                </a:cubicBezTo>
                <a:cubicBezTo>
                  <a:pt x="248068" y="109221"/>
                  <a:pt x="256991" y="122887"/>
                  <a:pt x="256991" y="138694"/>
                </a:cubicBezTo>
                <a:cubicBezTo>
                  <a:pt x="256991" y="152053"/>
                  <a:pt x="250567" y="163883"/>
                  <a:pt x="240675" y="171328"/>
                </a:cubicBezTo>
                <a:cubicBezTo>
                  <a:pt x="245774" y="178160"/>
                  <a:pt x="248833" y="186625"/>
                  <a:pt x="248833" y="195803"/>
                </a:cubicBezTo>
                <a:cubicBezTo>
                  <a:pt x="248833" y="218341"/>
                  <a:pt x="230578" y="236595"/>
                  <a:pt x="208041" y="236595"/>
                </a:cubicBezTo>
                <a:cubicBezTo>
                  <a:pt x="207684" y="236595"/>
                  <a:pt x="207378" y="236595"/>
                  <a:pt x="207021" y="236595"/>
                </a:cubicBezTo>
                <a:cubicBezTo>
                  <a:pt x="203401" y="250669"/>
                  <a:pt x="190602" y="261071"/>
                  <a:pt x="175407" y="261071"/>
                </a:cubicBezTo>
                <a:lnTo>
                  <a:pt x="159090" y="261071"/>
                </a:lnTo>
                <a:cubicBezTo>
                  <a:pt x="150065" y="261071"/>
                  <a:pt x="142773" y="253779"/>
                  <a:pt x="142773" y="244754"/>
                </a:cubicBezTo>
                <a:lnTo>
                  <a:pt x="142773" y="16317"/>
                </a:lnTo>
                <a:cubicBezTo>
                  <a:pt x="142773" y="7292"/>
                  <a:pt x="150065" y="0"/>
                  <a:pt x="159090" y="0"/>
                </a:cubicBezTo>
                <a:lnTo>
                  <a:pt x="171328" y="0"/>
                </a:lnTo>
                <a:cubicBezTo>
                  <a:pt x="187084" y="0"/>
                  <a:pt x="199882" y="12799"/>
                  <a:pt x="199882" y="28555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/>
          <p:nvPr/>
        </p:nvSpPr>
        <p:spPr>
          <a:xfrm>
            <a:off x="1287949" y="4977747"/>
            <a:ext cx="1801388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1D355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AI Models Working Together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87949" y="5186604"/>
            <a:ext cx="1888411" cy="3480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5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2 Models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1760" y="5639126"/>
            <a:ext cx="2541088" cy="835426"/>
          </a:xfrm>
          <a:custGeom>
            <a:avLst/>
            <a:gdLst/>
            <a:ahLst/>
            <a:cxnLst/>
            <a:rect l="l" t="t" r="r" b="b"/>
            <a:pathLst>
              <a:path w="2541088" h="835426">
                <a:moveTo>
                  <a:pt x="69616" y="0"/>
                </a:moveTo>
                <a:lnTo>
                  <a:pt x="2471472" y="0"/>
                </a:lnTo>
                <a:cubicBezTo>
                  <a:pt x="2509894" y="0"/>
                  <a:pt x="2541088" y="31194"/>
                  <a:pt x="2541088" y="69616"/>
                </a:cubicBezTo>
                <a:lnTo>
                  <a:pt x="2541088" y="765810"/>
                </a:lnTo>
                <a:cubicBezTo>
                  <a:pt x="2541088" y="804258"/>
                  <a:pt x="2509920" y="835426"/>
                  <a:pt x="2471472" y="835426"/>
                </a:cubicBezTo>
                <a:lnTo>
                  <a:pt x="69616" y="835426"/>
                </a:lnTo>
                <a:cubicBezTo>
                  <a:pt x="31194" y="835426"/>
                  <a:pt x="0" y="804232"/>
                  <a:pt x="0" y="765810"/>
                </a:cubicBezTo>
                <a:lnTo>
                  <a:pt x="0" y="69616"/>
                </a:lnTo>
                <a:cubicBezTo>
                  <a:pt x="0" y="31168"/>
                  <a:pt x="31168" y="0"/>
                  <a:pt x="69616" y="0"/>
                </a:cubicBezTo>
                <a:close/>
              </a:path>
            </a:pathLst>
          </a:custGeom>
          <a:solidFill>
            <a:srgbClr val="F5F7FA"/>
          </a:solidFill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1732639" y="5743555"/>
            <a:ext cx="261071" cy="208857"/>
          </a:xfrm>
          <a:custGeom>
            <a:avLst/>
            <a:gdLst/>
            <a:ahLst/>
            <a:cxnLst/>
            <a:rect l="l" t="t" r="r" b="b"/>
            <a:pathLst>
              <a:path w="261071" h="208857">
                <a:moveTo>
                  <a:pt x="143589" y="0"/>
                </a:moveTo>
                <a:cubicBezTo>
                  <a:pt x="143589" y="-7220"/>
                  <a:pt x="137756" y="-13054"/>
                  <a:pt x="130535" y="-13054"/>
                </a:cubicBezTo>
                <a:cubicBezTo>
                  <a:pt x="123315" y="-13054"/>
                  <a:pt x="117482" y="-7220"/>
                  <a:pt x="117482" y="0"/>
                </a:cubicBezTo>
                <a:lnTo>
                  <a:pt x="117482" y="26107"/>
                </a:lnTo>
                <a:lnTo>
                  <a:pt x="78321" y="26107"/>
                </a:lnTo>
                <a:cubicBezTo>
                  <a:pt x="56701" y="26107"/>
                  <a:pt x="39161" y="43648"/>
                  <a:pt x="39161" y="65268"/>
                </a:cubicBezTo>
                <a:lnTo>
                  <a:pt x="39161" y="156642"/>
                </a:lnTo>
                <a:cubicBezTo>
                  <a:pt x="39161" y="178262"/>
                  <a:pt x="56701" y="195803"/>
                  <a:pt x="78321" y="195803"/>
                </a:cubicBezTo>
                <a:lnTo>
                  <a:pt x="182749" y="195803"/>
                </a:lnTo>
                <a:cubicBezTo>
                  <a:pt x="204369" y="195803"/>
                  <a:pt x="221910" y="178262"/>
                  <a:pt x="221910" y="156642"/>
                </a:cubicBezTo>
                <a:lnTo>
                  <a:pt x="221910" y="65268"/>
                </a:lnTo>
                <a:cubicBezTo>
                  <a:pt x="221910" y="43648"/>
                  <a:pt x="204369" y="26107"/>
                  <a:pt x="182749" y="26107"/>
                </a:cubicBezTo>
                <a:lnTo>
                  <a:pt x="143589" y="26107"/>
                </a:lnTo>
                <a:lnTo>
                  <a:pt x="143589" y="0"/>
                </a:lnTo>
                <a:close/>
                <a:moveTo>
                  <a:pt x="65268" y="150116"/>
                </a:moveTo>
                <a:cubicBezTo>
                  <a:pt x="65268" y="144690"/>
                  <a:pt x="69632" y="140325"/>
                  <a:pt x="75058" y="140325"/>
                </a:cubicBezTo>
                <a:lnTo>
                  <a:pt x="88111" y="140325"/>
                </a:lnTo>
                <a:cubicBezTo>
                  <a:pt x="93537" y="140325"/>
                  <a:pt x="97901" y="144690"/>
                  <a:pt x="97901" y="150116"/>
                </a:cubicBezTo>
                <a:cubicBezTo>
                  <a:pt x="97901" y="155541"/>
                  <a:pt x="93537" y="159906"/>
                  <a:pt x="88111" y="159906"/>
                </a:cubicBezTo>
                <a:lnTo>
                  <a:pt x="75058" y="159906"/>
                </a:lnTo>
                <a:cubicBezTo>
                  <a:pt x="69632" y="159906"/>
                  <a:pt x="65268" y="155541"/>
                  <a:pt x="65268" y="150116"/>
                </a:cubicBezTo>
                <a:close/>
                <a:moveTo>
                  <a:pt x="114218" y="150116"/>
                </a:moveTo>
                <a:cubicBezTo>
                  <a:pt x="114218" y="144690"/>
                  <a:pt x="118583" y="140325"/>
                  <a:pt x="124009" y="140325"/>
                </a:cubicBezTo>
                <a:lnTo>
                  <a:pt x="137062" y="140325"/>
                </a:lnTo>
                <a:cubicBezTo>
                  <a:pt x="142487" y="140325"/>
                  <a:pt x="146852" y="144690"/>
                  <a:pt x="146852" y="150116"/>
                </a:cubicBezTo>
                <a:cubicBezTo>
                  <a:pt x="146852" y="155541"/>
                  <a:pt x="142487" y="159906"/>
                  <a:pt x="137062" y="159906"/>
                </a:cubicBezTo>
                <a:lnTo>
                  <a:pt x="124009" y="159906"/>
                </a:lnTo>
                <a:cubicBezTo>
                  <a:pt x="118583" y="159906"/>
                  <a:pt x="114218" y="155541"/>
                  <a:pt x="114218" y="150116"/>
                </a:cubicBezTo>
                <a:close/>
                <a:moveTo>
                  <a:pt x="163169" y="150116"/>
                </a:moveTo>
                <a:cubicBezTo>
                  <a:pt x="163169" y="144690"/>
                  <a:pt x="167534" y="140325"/>
                  <a:pt x="172959" y="140325"/>
                </a:cubicBezTo>
                <a:lnTo>
                  <a:pt x="186013" y="140325"/>
                </a:lnTo>
                <a:cubicBezTo>
                  <a:pt x="191438" y="140325"/>
                  <a:pt x="195803" y="144690"/>
                  <a:pt x="195803" y="150116"/>
                </a:cubicBezTo>
                <a:cubicBezTo>
                  <a:pt x="195803" y="155541"/>
                  <a:pt x="191438" y="159906"/>
                  <a:pt x="186013" y="159906"/>
                </a:cubicBezTo>
                <a:lnTo>
                  <a:pt x="172959" y="159906"/>
                </a:lnTo>
                <a:cubicBezTo>
                  <a:pt x="167534" y="159906"/>
                  <a:pt x="163169" y="155541"/>
                  <a:pt x="163169" y="150116"/>
                </a:cubicBezTo>
                <a:close/>
                <a:moveTo>
                  <a:pt x="91375" y="71794"/>
                </a:moveTo>
                <a:cubicBezTo>
                  <a:pt x="102181" y="71794"/>
                  <a:pt x="110955" y="80568"/>
                  <a:pt x="110955" y="91375"/>
                </a:cubicBezTo>
                <a:cubicBezTo>
                  <a:pt x="110955" y="102181"/>
                  <a:pt x="102181" y="110955"/>
                  <a:pt x="91375" y="110955"/>
                </a:cubicBezTo>
                <a:cubicBezTo>
                  <a:pt x="80568" y="110955"/>
                  <a:pt x="71794" y="102181"/>
                  <a:pt x="71794" y="91375"/>
                </a:cubicBezTo>
                <a:cubicBezTo>
                  <a:pt x="71794" y="80568"/>
                  <a:pt x="80568" y="71794"/>
                  <a:pt x="91375" y="71794"/>
                </a:cubicBezTo>
                <a:close/>
                <a:moveTo>
                  <a:pt x="150116" y="91375"/>
                </a:moveTo>
                <a:cubicBezTo>
                  <a:pt x="150116" y="80568"/>
                  <a:pt x="158889" y="71794"/>
                  <a:pt x="169696" y="71794"/>
                </a:cubicBezTo>
                <a:cubicBezTo>
                  <a:pt x="180503" y="71794"/>
                  <a:pt x="189276" y="80568"/>
                  <a:pt x="189276" y="91375"/>
                </a:cubicBezTo>
                <a:cubicBezTo>
                  <a:pt x="189276" y="102181"/>
                  <a:pt x="180503" y="110955"/>
                  <a:pt x="169696" y="110955"/>
                </a:cubicBezTo>
                <a:cubicBezTo>
                  <a:pt x="158889" y="110955"/>
                  <a:pt x="150116" y="102181"/>
                  <a:pt x="150116" y="91375"/>
                </a:cubicBezTo>
                <a:close/>
                <a:moveTo>
                  <a:pt x="26107" y="91375"/>
                </a:moveTo>
                <a:cubicBezTo>
                  <a:pt x="26107" y="84154"/>
                  <a:pt x="20274" y="78321"/>
                  <a:pt x="13054" y="78321"/>
                </a:cubicBezTo>
                <a:cubicBezTo>
                  <a:pt x="5833" y="78321"/>
                  <a:pt x="0" y="84154"/>
                  <a:pt x="0" y="91375"/>
                </a:cubicBezTo>
                <a:lnTo>
                  <a:pt x="0" y="130535"/>
                </a:lnTo>
                <a:cubicBezTo>
                  <a:pt x="0" y="137756"/>
                  <a:pt x="5833" y="143589"/>
                  <a:pt x="13054" y="143589"/>
                </a:cubicBezTo>
                <a:cubicBezTo>
                  <a:pt x="20274" y="143589"/>
                  <a:pt x="26107" y="137756"/>
                  <a:pt x="26107" y="130535"/>
                </a:cubicBezTo>
                <a:lnTo>
                  <a:pt x="26107" y="91375"/>
                </a:lnTo>
                <a:close/>
                <a:moveTo>
                  <a:pt x="248017" y="78321"/>
                </a:moveTo>
                <a:cubicBezTo>
                  <a:pt x="240797" y="78321"/>
                  <a:pt x="234964" y="84154"/>
                  <a:pt x="234964" y="91375"/>
                </a:cubicBezTo>
                <a:lnTo>
                  <a:pt x="234964" y="130535"/>
                </a:lnTo>
                <a:cubicBezTo>
                  <a:pt x="234964" y="137756"/>
                  <a:pt x="240797" y="143589"/>
                  <a:pt x="248017" y="143589"/>
                </a:cubicBezTo>
                <a:cubicBezTo>
                  <a:pt x="255237" y="143589"/>
                  <a:pt x="261071" y="137756"/>
                  <a:pt x="261071" y="130535"/>
                </a:cubicBezTo>
                <a:lnTo>
                  <a:pt x="261071" y="91375"/>
                </a:lnTo>
                <a:cubicBezTo>
                  <a:pt x="261071" y="84154"/>
                  <a:pt x="255237" y="78321"/>
                  <a:pt x="248017" y="78321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61379" y="5987221"/>
            <a:ext cx="2401850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5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5730" y="6196077"/>
            <a:ext cx="2393148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0" dirty="0">
                <a:solidFill>
                  <a:srgbClr val="1D355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Severity Prediction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239125" y="5639126"/>
            <a:ext cx="2541088" cy="835426"/>
          </a:xfrm>
          <a:custGeom>
            <a:avLst/>
            <a:gdLst/>
            <a:ahLst/>
            <a:cxnLst/>
            <a:rect l="l" t="t" r="r" b="b"/>
            <a:pathLst>
              <a:path w="2541088" h="835426">
                <a:moveTo>
                  <a:pt x="69616" y="0"/>
                </a:moveTo>
                <a:lnTo>
                  <a:pt x="2471472" y="0"/>
                </a:lnTo>
                <a:cubicBezTo>
                  <a:pt x="2509894" y="0"/>
                  <a:pt x="2541088" y="31194"/>
                  <a:pt x="2541088" y="69616"/>
                </a:cubicBezTo>
                <a:lnTo>
                  <a:pt x="2541088" y="765810"/>
                </a:lnTo>
                <a:cubicBezTo>
                  <a:pt x="2541088" y="804258"/>
                  <a:pt x="2509920" y="835426"/>
                  <a:pt x="2471472" y="835426"/>
                </a:cubicBezTo>
                <a:lnTo>
                  <a:pt x="69616" y="835426"/>
                </a:lnTo>
                <a:cubicBezTo>
                  <a:pt x="31194" y="835426"/>
                  <a:pt x="0" y="804232"/>
                  <a:pt x="0" y="765810"/>
                </a:cubicBezTo>
                <a:lnTo>
                  <a:pt x="0" y="69616"/>
                </a:lnTo>
                <a:cubicBezTo>
                  <a:pt x="0" y="31168"/>
                  <a:pt x="31168" y="0"/>
                  <a:pt x="69616" y="0"/>
                </a:cubicBezTo>
                <a:close/>
              </a:path>
            </a:pathLst>
          </a:custGeom>
          <a:solidFill>
            <a:srgbClr val="F5F7FA"/>
          </a:solidFill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393167" y="5743555"/>
            <a:ext cx="234964" cy="208857"/>
          </a:xfrm>
          <a:custGeom>
            <a:avLst/>
            <a:gdLst/>
            <a:ahLst/>
            <a:cxnLst/>
            <a:rect l="l" t="t" r="r" b="b"/>
            <a:pathLst>
              <a:path w="234964" h="208857">
                <a:moveTo>
                  <a:pt x="101165" y="35897"/>
                </a:moveTo>
                <a:lnTo>
                  <a:pt x="133799" y="35897"/>
                </a:lnTo>
                <a:lnTo>
                  <a:pt x="133799" y="55478"/>
                </a:lnTo>
                <a:lnTo>
                  <a:pt x="101165" y="55478"/>
                </a:lnTo>
                <a:lnTo>
                  <a:pt x="101165" y="35897"/>
                </a:lnTo>
                <a:close/>
                <a:moveTo>
                  <a:pt x="97901" y="13054"/>
                </a:moveTo>
                <a:cubicBezTo>
                  <a:pt x="87092" y="13054"/>
                  <a:pt x="78321" y="21824"/>
                  <a:pt x="78321" y="32634"/>
                </a:cubicBezTo>
                <a:lnTo>
                  <a:pt x="78321" y="58741"/>
                </a:lnTo>
                <a:cubicBezTo>
                  <a:pt x="78321" y="69551"/>
                  <a:pt x="87092" y="78321"/>
                  <a:pt x="97901" y="78321"/>
                </a:cubicBezTo>
                <a:lnTo>
                  <a:pt x="104428" y="78321"/>
                </a:lnTo>
                <a:lnTo>
                  <a:pt x="104428" y="91375"/>
                </a:lnTo>
                <a:lnTo>
                  <a:pt x="13054" y="91375"/>
                </a:lnTo>
                <a:cubicBezTo>
                  <a:pt x="5833" y="91375"/>
                  <a:pt x="0" y="97208"/>
                  <a:pt x="0" y="104428"/>
                </a:cubicBezTo>
                <a:cubicBezTo>
                  <a:pt x="0" y="111649"/>
                  <a:pt x="5833" y="117482"/>
                  <a:pt x="13054" y="117482"/>
                </a:cubicBezTo>
                <a:lnTo>
                  <a:pt x="52214" y="117482"/>
                </a:lnTo>
                <a:lnTo>
                  <a:pt x="52214" y="130535"/>
                </a:lnTo>
                <a:lnTo>
                  <a:pt x="45687" y="130535"/>
                </a:lnTo>
                <a:cubicBezTo>
                  <a:pt x="34877" y="130535"/>
                  <a:pt x="26107" y="139306"/>
                  <a:pt x="26107" y="150116"/>
                </a:cubicBezTo>
                <a:lnTo>
                  <a:pt x="26107" y="176223"/>
                </a:lnTo>
                <a:cubicBezTo>
                  <a:pt x="26107" y="187033"/>
                  <a:pt x="34877" y="195803"/>
                  <a:pt x="45687" y="195803"/>
                </a:cubicBezTo>
                <a:lnTo>
                  <a:pt x="84848" y="195803"/>
                </a:lnTo>
                <a:cubicBezTo>
                  <a:pt x="95658" y="195803"/>
                  <a:pt x="104428" y="187033"/>
                  <a:pt x="104428" y="176223"/>
                </a:cubicBezTo>
                <a:lnTo>
                  <a:pt x="104428" y="150116"/>
                </a:lnTo>
                <a:cubicBezTo>
                  <a:pt x="104428" y="139306"/>
                  <a:pt x="95658" y="130535"/>
                  <a:pt x="84848" y="130535"/>
                </a:cubicBezTo>
                <a:lnTo>
                  <a:pt x="78321" y="130535"/>
                </a:lnTo>
                <a:lnTo>
                  <a:pt x="78321" y="117482"/>
                </a:lnTo>
                <a:lnTo>
                  <a:pt x="156642" y="117482"/>
                </a:lnTo>
                <a:lnTo>
                  <a:pt x="156642" y="130535"/>
                </a:lnTo>
                <a:lnTo>
                  <a:pt x="150116" y="130535"/>
                </a:lnTo>
                <a:cubicBezTo>
                  <a:pt x="139306" y="130535"/>
                  <a:pt x="130535" y="139306"/>
                  <a:pt x="130535" y="150116"/>
                </a:cubicBezTo>
                <a:lnTo>
                  <a:pt x="130535" y="176223"/>
                </a:lnTo>
                <a:cubicBezTo>
                  <a:pt x="130535" y="187033"/>
                  <a:pt x="139306" y="195803"/>
                  <a:pt x="150116" y="195803"/>
                </a:cubicBezTo>
                <a:lnTo>
                  <a:pt x="189276" y="195803"/>
                </a:lnTo>
                <a:cubicBezTo>
                  <a:pt x="200086" y="195803"/>
                  <a:pt x="208857" y="187033"/>
                  <a:pt x="208857" y="176223"/>
                </a:cubicBezTo>
                <a:lnTo>
                  <a:pt x="208857" y="150116"/>
                </a:lnTo>
                <a:cubicBezTo>
                  <a:pt x="208857" y="139306"/>
                  <a:pt x="200086" y="130535"/>
                  <a:pt x="189276" y="130535"/>
                </a:cubicBezTo>
                <a:lnTo>
                  <a:pt x="182749" y="130535"/>
                </a:lnTo>
                <a:lnTo>
                  <a:pt x="182749" y="117482"/>
                </a:lnTo>
                <a:lnTo>
                  <a:pt x="221910" y="117482"/>
                </a:lnTo>
                <a:cubicBezTo>
                  <a:pt x="229130" y="117482"/>
                  <a:pt x="234964" y="111649"/>
                  <a:pt x="234964" y="104428"/>
                </a:cubicBezTo>
                <a:cubicBezTo>
                  <a:pt x="234964" y="97208"/>
                  <a:pt x="229130" y="91375"/>
                  <a:pt x="221910" y="91375"/>
                </a:cubicBezTo>
                <a:lnTo>
                  <a:pt x="130535" y="91375"/>
                </a:lnTo>
                <a:lnTo>
                  <a:pt x="130535" y="78321"/>
                </a:lnTo>
                <a:lnTo>
                  <a:pt x="137062" y="78321"/>
                </a:lnTo>
                <a:cubicBezTo>
                  <a:pt x="147872" y="78321"/>
                  <a:pt x="156642" y="69551"/>
                  <a:pt x="156642" y="58741"/>
                </a:cubicBezTo>
                <a:lnTo>
                  <a:pt x="156642" y="32634"/>
                </a:lnTo>
                <a:cubicBezTo>
                  <a:pt x="156642" y="21824"/>
                  <a:pt x="147872" y="13054"/>
                  <a:pt x="137062" y="13054"/>
                </a:cubicBezTo>
                <a:lnTo>
                  <a:pt x="97901" y="13054"/>
                </a:lnTo>
                <a:close/>
                <a:moveTo>
                  <a:pt x="182749" y="153379"/>
                </a:moveTo>
                <a:lnTo>
                  <a:pt x="186013" y="153379"/>
                </a:lnTo>
                <a:lnTo>
                  <a:pt x="186013" y="172959"/>
                </a:lnTo>
                <a:lnTo>
                  <a:pt x="153379" y="172959"/>
                </a:lnTo>
                <a:lnTo>
                  <a:pt x="153379" y="153379"/>
                </a:lnTo>
                <a:lnTo>
                  <a:pt x="182749" y="153379"/>
                </a:lnTo>
                <a:close/>
                <a:moveTo>
                  <a:pt x="78321" y="153379"/>
                </a:moveTo>
                <a:lnTo>
                  <a:pt x="81585" y="153379"/>
                </a:lnTo>
                <a:lnTo>
                  <a:pt x="81585" y="172959"/>
                </a:lnTo>
                <a:lnTo>
                  <a:pt x="48951" y="172959"/>
                </a:lnTo>
                <a:lnTo>
                  <a:pt x="48951" y="153379"/>
                </a:lnTo>
                <a:lnTo>
                  <a:pt x="78321" y="153379"/>
                </a:ln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308744" y="5987221"/>
            <a:ext cx="2401850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5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LSTM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313095" y="6196077"/>
            <a:ext cx="2393148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0" dirty="0">
                <a:solidFill>
                  <a:srgbClr val="1D355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Traffic Prediction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17289" y="4768891"/>
            <a:ext cx="5621722" cy="1914518"/>
          </a:xfrm>
          <a:custGeom>
            <a:avLst/>
            <a:gdLst/>
            <a:ahLst/>
            <a:cxnLst/>
            <a:rect l="l" t="t" r="r" b="b"/>
            <a:pathLst>
              <a:path w="5621722" h="1914518">
                <a:moveTo>
                  <a:pt x="34809" y="0"/>
                </a:moveTo>
                <a:lnTo>
                  <a:pt x="5482479" y="0"/>
                </a:lnTo>
                <a:cubicBezTo>
                  <a:pt x="5559380" y="0"/>
                  <a:pt x="5621722" y="62341"/>
                  <a:pt x="5621722" y="139243"/>
                </a:cubicBezTo>
                <a:lnTo>
                  <a:pt x="5621722" y="1775275"/>
                </a:lnTo>
                <a:cubicBezTo>
                  <a:pt x="5621722" y="1852177"/>
                  <a:pt x="5559380" y="1914518"/>
                  <a:pt x="5482479" y="1914518"/>
                </a:cubicBezTo>
                <a:lnTo>
                  <a:pt x="34809" y="1914518"/>
                </a:lnTo>
                <a:cubicBezTo>
                  <a:pt x="15585" y="1914518"/>
                  <a:pt x="0" y="1898933"/>
                  <a:pt x="0" y="18797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0535" dist="8702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443550" y="5064771"/>
            <a:ext cx="556951" cy="556951"/>
          </a:xfrm>
          <a:custGeom>
            <a:avLst/>
            <a:gdLst/>
            <a:ahLst/>
            <a:cxnLst/>
            <a:rect l="l" t="t" r="r" b="b"/>
            <a:pathLst>
              <a:path w="556951" h="556951">
                <a:moveTo>
                  <a:pt x="104428" y="0"/>
                </a:moveTo>
                <a:lnTo>
                  <a:pt x="452522" y="0"/>
                </a:lnTo>
                <a:cubicBezTo>
                  <a:pt x="510158" y="0"/>
                  <a:pt x="556951" y="46793"/>
                  <a:pt x="556951" y="104428"/>
                </a:cubicBezTo>
                <a:lnTo>
                  <a:pt x="556951" y="452522"/>
                </a:lnTo>
                <a:cubicBezTo>
                  <a:pt x="556951" y="510158"/>
                  <a:pt x="510158" y="556951"/>
                  <a:pt x="452522" y="556951"/>
                </a:cubicBezTo>
                <a:lnTo>
                  <a:pt x="104428" y="556951"/>
                </a:lnTo>
                <a:cubicBezTo>
                  <a:pt x="46793" y="556951"/>
                  <a:pt x="0" y="510158"/>
                  <a:pt x="0" y="452522"/>
                </a:cubicBezTo>
                <a:lnTo>
                  <a:pt x="0" y="104428"/>
                </a:lnTo>
                <a:cubicBezTo>
                  <a:pt x="0" y="46793"/>
                  <a:pt x="46793" y="0"/>
                  <a:pt x="104428" y="0"/>
                </a:cubicBezTo>
                <a:close/>
              </a:path>
            </a:pathLst>
          </a:custGeom>
          <a:solidFill>
            <a:srgbClr val="457B9D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577349" y="5212711"/>
            <a:ext cx="293704" cy="261071"/>
          </a:xfrm>
          <a:custGeom>
            <a:avLst/>
            <a:gdLst/>
            <a:ahLst/>
            <a:cxnLst/>
            <a:rect l="l" t="t" r="r" b="b"/>
            <a:pathLst>
              <a:path w="293704" h="261071">
                <a:moveTo>
                  <a:pt x="32634" y="16317"/>
                </a:moveTo>
                <a:cubicBezTo>
                  <a:pt x="14634" y="16317"/>
                  <a:pt x="0" y="30951"/>
                  <a:pt x="0" y="48951"/>
                </a:cubicBezTo>
                <a:lnTo>
                  <a:pt x="0" y="195803"/>
                </a:lnTo>
                <a:cubicBezTo>
                  <a:pt x="0" y="213803"/>
                  <a:pt x="14634" y="228437"/>
                  <a:pt x="32634" y="228437"/>
                </a:cubicBezTo>
                <a:lnTo>
                  <a:pt x="34317" y="228437"/>
                </a:lnTo>
                <a:cubicBezTo>
                  <a:pt x="39620" y="247252"/>
                  <a:pt x="56956" y="261071"/>
                  <a:pt x="77505" y="261071"/>
                </a:cubicBezTo>
                <a:cubicBezTo>
                  <a:pt x="98054" y="261071"/>
                  <a:pt x="115340" y="247252"/>
                  <a:pt x="120694" y="228437"/>
                </a:cubicBezTo>
                <a:lnTo>
                  <a:pt x="173010" y="228437"/>
                </a:lnTo>
                <a:cubicBezTo>
                  <a:pt x="178313" y="247252"/>
                  <a:pt x="195650" y="261071"/>
                  <a:pt x="216199" y="261071"/>
                </a:cubicBezTo>
                <a:cubicBezTo>
                  <a:pt x="236748" y="261071"/>
                  <a:pt x="254034" y="247252"/>
                  <a:pt x="259388" y="228437"/>
                </a:cubicBezTo>
                <a:lnTo>
                  <a:pt x="261071" y="228437"/>
                </a:lnTo>
                <a:cubicBezTo>
                  <a:pt x="279070" y="228437"/>
                  <a:pt x="293704" y="213803"/>
                  <a:pt x="293704" y="195803"/>
                </a:cubicBezTo>
                <a:lnTo>
                  <a:pt x="293704" y="121000"/>
                </a:lnTo>
                <a:cubicBezTo>
                  <a:pt x="293704" y="112332"/>
                  <a:pt x="290288" y="104020"/>
                  <a:pt x="284169" y="97901"/>
                </a:cubicBezTo>
                <a:lnTo>
                  <a:pt x="261071" y="74803"/>
                </a:lnTo>
                <a:cubicBezTo>
                  <a:pt x="254952" y="68684"/>
                  <a:pt x="246640" y="65268"/>
                  <a:pt x="237972" y="65268"/>
                </a:cubicBezTo>
                <a:lnTo>
                  <a:pt x="212120" y="65268"/>
                </a:lnTo>
                <a:lnTo>
                  <a:pt x="212120" y="48951"/>
                </a:lnTo>
                <a:cubicBezTo>
                  <a:pt x="212120" y="30951"/>
                  <a:pt x="197486" y="16317"/>
                  <a:pt x="179486" y="16317"/>
                </a:cubicBezTo>
                <a:lnTo>
                  <a:pt x="32634" y="16317"/>
                </a:lnTo>
                <a:close/>
                <a:moveTo>
                  <a:pt x="261071" y="121000"/>
                </a:moveTo>
                <a:lnTo>
                  <a:pt x="261071" y="146852"/>
                </a:lnTo>
                <a:lnTo>
                  <a:pt x="212120" y="146852"/>
                </a:lnTo>
                <a:lnTo>
                  <a:pt x="212120" y="97901"/>
                </a:lnTo>
                <a:lnTo>
                  <a:pt x="237972" y="97901"/>
                </a:lnTo>
                <a:lnTo>
                  <a:pt x="261071" y="121000"/>
                </a:lnTo>
                <a:close/>
                <a:moveTo>
                  <a:pt x="77505" y="195803"/>
                </a:moveTo>
                <a:cubicBezTo>
                  <a:pt x="88762" y="195803"/>
                  <a:pt x="97901" y="204942"/>
                  <a:pt x="97901" y="216199"/>
                </a:cubicBezTo>
                <a:cubicBezTo>
                  <a:pt x="97901" y="227456"/>
                  <a:pt x="88762" y="236595"/>
                  <a:pt x="77505" y="236595"/>
                </a:cubicBezTo>
                <a:cubicBezTo>
                  <a:pt x="66248" y="236595"/>
                  <a:pt x="57109" y="227456"/>
                  <a:pt x="57109" y="216199"/>
                </a:cubicBezTo>
                <a:cubicBezTo>
                  <a:pt x="57109" y="204942"/>
                  <a:pt x="66248" y="195803"/>
                  <a:pt x="77505" y="195803"/>
                </a:cubicBezTo>
                <a:close/>
                <a:moveTo>
                  <a:pt x="195803" y="216199"/>
                </a:moveTo>
                <a:cubicBezTo>
                  <a:pt x="195803" y="204942"/>
                  <a:pt x="204942" y="195803"/>
                  <a:pt x="216199" y="195803"/>
                </a:cubicBezTo>
                <a:cubicBezTo>
                  <a:pt x="227456" y="195803"/>
                  <a:pt x="236595" y="204942"/>
                  <a:pt x="236595" y="216199"/>
                </a:cubicBezTo>
                <a:cubicBezTo>
                  <a:pt x="236595" y="227456"/>
                  <a:pt x="227456" y="236595"/>
                  <a:pt x="216199" y="236595"/>
                </a:cubicBezTo>
                <a:cubicBezTo>
                  <a:pt x="204942" y="236595"/>
                  <a:pt x="195803" y="227456"/>
                  <a:pt x="195803" y="216199"/>
                </a:cubicBezTo>
                <a:close/>
                <a:moveTo>
                  <a:pt x="89743" y="69347"/>
                </a:moveTo>
                <a:cubicBezTo>
                  <a:pt x="89743" y="64860"/>
                  <a:pt x="93414" y="61188"/>
                  <a:pt x="97901" y="61188"/>
                </a:cubicBezTo>
                <a:lnTo>
                  <a:pt x="114218" y="61188"/>
                </a:lnTo>
                <a:cubicBezTo>
                  <a:pt x="118706" y="61188"/>
                  <a:pt x="122377" y="64860"/>
                  <a:pt x="122377" y="69347"/>
                </a:cubicBezTo>
                <a:lnTo>
                  <a:pt x="122377" y="89743"/>
                </a:lnTo>
                <a:lnTo>
                  <a:pt x="142773" y="89743"/>
                </a:lnTo>
                <a:cubicBezTo>
                  <a:pt x="147260" y="89743"/>
                  <a:pt x="150931" y="93414"/>
                  <a:pt x="150931" y="97901"/>
                </a:cubicBezTo>
                <a:lnTo>
                  <a:pt x="150931" y="114218"/>
                </a:lnTo>
                <a:cubicBezTo>
                  <a:pt x="150931" y="118706"/>
                  <a:pt x="147260" y="122377"/>
                  <a:pt x="142773" y="122377"/>
                </a:cubicBezTo>
                <a:lnTo>
                  <a:pt x="122377" y="122377"/>
                </a:lnTo>
                <a:lnTo>
                  <a:pt x="122377" y="142773"/>
                </a:lnTo>
                <a:cubicBezTo>
                  <a:pt x="122377" y="147260"/>
                  <a:pt x="118706" y="150931"/>
                  <a:pt x="114218" y="150931"/>
                </a:cubicBezTo>
                <a:lnTo>
                  <a:pt x="97901" y="150931"/>
                </a:lnTo>
                <a:cubicBezTo>
                  <a:pt x="93414" y="150931"/>
                  <a:pt x="89743" y="147260"/>
                  <a:pt x="89743" y="142773"/>
                </a:cubicBezTo>
                <a:lnTo>
                  <a:pt x="89743" y="122377"/>
                </a:lnTo>
                <a:lnTo>
                  <a:pt x="69347" y="122377"/>
                </a:lnTo>
                <a:cubicBezTo>
                  <a:pt x="64860" y="122377"/>
                  <a:pt x="61188" y="118706"/>
                  <a:pt x="61188" y="114218"/>
                </a:cubicBezTo>
                <a:lnTo>
                  <a:pt x="61188" y="97901"/>
                </a:lnTo>
                <a:cubicBezTo>
                  <a:pt x="61188" y="93414"/>
                  <a:pt x="64860" y="89743"/>
                  <a:pt x="69347" y="89743"/>
                </a:cubicBezTo>
                <a:lnTo>
                  <a:pt x="89743" y="89743"/>
                </a:lnTo>
                <a:lnTo>
                  <a:pt x="89743" y="69347"/>
                </a:lnTo>
                <a:close/>
              </a:path>
            </a:pathLst>
          </a:custGeom>
          <a:solidFill>
            <a:srgbClr val="457B9D"/>
          </a:solidFill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139739" y="5064771"/>
            <a:ext cx="1810090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1D355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Emergency Types Supported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139739" y="5273627"/>
            <a:ext cx="1897113" cy="3480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5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3 Types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43550" y="5726150"/>
            <a:ext cx="1662150" cy="661379"/>
          </a:xfrm>
          <a:custGeom>
            <a:avLst/>
            <a:gdLst/>
            <a:ahLst/>
            <a:cxnLst/>
            <a:rect l="l" t="t" r="r" b="b"/>
            <a:pathLst>
              <a:path w="1662150" h="661379">
                <a:moveTo>
                  <a:pt x="69617" y="0"/>
                </a:moveTo>
                <a:lnTo>
                  <a:pt x="1592533" y="0"/>
                </a:lnTo>
                <a:cubicBezTo>
                  <a:pt x="1630981" y="0"/>
                  <a:pt x="1662150" y="31168"/>
                  <a:pt x="1662150" y="69617"/>
                </a:cubicBezTo>
                <a:lnTo>
                  <a:pt x="1662150" y="591762"/>
                </a:lnTo>
                <a:cubicBezTo>
                  <a:pt x="1662150" y="630211"/>
                  <a:pt x="1630981" y="661379"/>
                  <a:pt x="1592533" y="661379"/>
                </a:cubicBezTo>
                <a:lnTo>
                  <a:pt x="69617" y="661379"/>
                </a:lnTo>
                <a:cubicBezTo>
                  <a:pt x="31168" y="661379"/>
                  <a:pt x="0" y="630211"/>
                  <a:pt x="0" y="591762"/>
                </a:cubicBezTo>
                <a:lnTo>
                  <a:pt x="0" y="69617"/>
                </a:lnTo>
                <a:cubicBezTo>
                  <a:pt x="0" y="31168"/>
                  <a:pt x="31168" y="0"/>
                  <a:pt x="69617" y="0"/>
                </a:cubicBezTo>
                <a:close/>
              </a:path>
            </a:pathLst>
          </a:custGeom>
          <a:solidFill>
            <a:srgbClr val="E63946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7143220" y="5830578"/>
            <a:ext cx="261071" cy="208857"/>
          </a:xfrm>
          <a:custGeom>
            <a:avLst/>
            <a:gdLst/>
            <a:ahLst/>
            <a:cxnLst/>
            <a:rect l="l" t="t" r="r" b="b"/>
            <a:pathLst>
              <a:path w="261071" h="208857">
                <a:moveTo>
                  <a:pt x="216689" y="-9137"/>
                </a:moveTo>
                <a:lnTo>
                  <a:pt x="233332" y="13054"/>
                </a:lnTo>
                <a:lnTo>
                  <a:pt x="251281" y="13054"/>
                </a:lnTo>
                <a:cubicBezTo>
                  <a:pt x="256706" y="13054"/>
                  <a:pt x="261071" y="17418"/>
                  <a:pt x="261071" y="22844"/>
                </a:cubicBezTo>
                <a:cubicBezTo>
                  <a:pt x="261071" y="28269"/>
                  <a:pt x="256706" y="32634"/>
                  <a:pt x="251281" y="32634"/>
                </a:cubicBezTo>
                <a:lnTo>
                  <a:pt x="228437" y="32634"/>
                </a:lnTo>
                <a:cubicBezTo>
                  <a:pt x="225337" y="32634"/>
                  <a:pt x="222440" y="31165"/>
                  <a:pt x="220605" y="28718"/>
                </a:cubicBezTo>
                <a:lnTo>
                  <a:pt x="210774" y="15623"/>
                </a:lnTo>
                <a:lnTo>
                  <a:pt x="191601" y="56375"/>
                </a:lnTo>
                <a:cubicBezTo>
                  <a:pt x="190092" y="59557"/>
                  <a:pt x="186992" y="61719"/>
                  <a:pt x="183484" y="61963"/>
                </a:cubicBezTo>
                <a:cubicBezTo>
                  <a:pt x="179976" y="62208"/>
                  <a:pt x="176590" y="60577"/>
                  <a:pt x="174632" y="57640"/>
                </a:cubicBezTo>
                <a:lnTo>
                  <a:pt x="157948" y="32634"/>
                </a:lnTo>
                <a:lnTo>
                  <a:pt x="140325" y="32634"/>
                </a:lnTo>
                <a:cubicBezTo>
                  <a:pt x="134900" y="32634"/>
                  <a:pt x="130535" y="28269"/>
                  <a:pt x="130535" y="22844"/>
                </a:cubicBezTo>
                <a:cubicBezTo>
                  <a:pt x="130535" y="17418"/>
                  <a:pt x="134900" y="13054"/>
                  <a:pt x="140325" y="13054"/>
                </a:cubicBezTo>
                <a:lnTo>
                  <a:pt x="163169" y="13054"/>
                </a:lnTo>
                <a:cubicBezTo>
                  <a:pt x="166433" y="13054"/>
                  <a:pt x="169492" y="14685"/>
                  <a:pt x="171328" y="17418"/>
                </a:cubicBezTo>
                <a:lnTo>
                  <a:pt x="181281" y="32348"/>
                </a:lnTo>
                <a:lnTo>
                  <a:pt x="200005" y="-7424"/>
                </a:lnTo>
                <a:cubicBezTo>
                  <a:pt x="201473" y="-10524"/>
                  <a:pt x="204451" y="-12646"/>
                  <a:pt x="207878" y="-13013"/>
                </a:cubicBezTo>
                <a:cubicBezTo>
                  <a:pt x="211304" y="-13380"/>
                  <a:pt x="214649" y="-11911"/>
                  <a:pt x="216689" y="-9137"/>
                </a:cubicBezTo>
                <a:close/>
                <a:moveTo>
                  <a:pt x="130535" y="65268"/>
                </a:moveTo>
                <a:cubicBezTo>
                  <a:pt x="130535" y="58047"/>
                  <a:pt x="136369" y="52214"/>
                  <a:pt x="143589" y="52214"/>
                </a:cubicBezTo>
                <a:lnTo>
                  <a:pt x="147464" y="52214"/>
                </a:lnTo>
                <a:lnTo>
                  <a:pt x="158315" y="68490"/>
                </a:lnTo>
                <a:cubicBezTo>
                  <a:pt x="164189" y="77301"/>
                  <a:pt x="174346" y="82278"/>
                  <a:pt x="184911" y="81503"/>
                </a:cubicBezTo>
                <a:cubicBezTo>
                  <a:pt x="195477" y="80728"/>
                  <a:pt x="204818" y="74324"/>
                  <a:pt x="209305" y="64737"/>
                </a:cubicBezTo>
                <a:lnTo>
                  <a:pt x="214975" y="52704"/>
                </a:lnTo>
                <a:cubicBezTo>
                  <a:pt x="233699" y="55641"/>
                  <a:pt x="248017" y="71835"/>
                  <a:pt x="248017" y="91375"/>
                </a:cubicBezTo>
                <a:lnTo>
                  <a:pt x="248017" y="182749"/>
                </a:lnTo>
                <a:cubicBezTo>
                  <a:pt x="248017" y="189970"/>
                  <a:pt x="242184" y="195803"/>
                  <a:pt x="234964" y="195803"/>
                </a:cubicBezTo>
                <a:cubicBezTo>
                  <a:pt x="227743" y="195803"/>
                  <a:pt x="221910" y="189970"/>
                  <a:pt x="221910" y="182749"/>
                </a:cubicBezTo>
                <a:lnTo>
                  <a:pt x="221910" y="156642"/>
                </a:lnTo>
                <a:lnTo>
                  <a:pt x="39161" y="156642"/>
                </a:lnTo>
                <a:lnTo>
                  <a:pt x="39161" y="182749"/>
                </a:lnTo>
                <a:cubicBezTo>
                  <a:pt x="39161" y="189970"/>
                  <a:pt x="33327" y="195803"/>
                  <a:pt x="26107" y="195803"/>
                </a:cubicBezTo>
                <a:cubicBezTo>
                  <a:pt x="18887" y="195803"/>
                  <a:pt x="13054" y="189970"/>
                  <a:pt x="13054" y="182749"/>
                </a:cubicBezTo>
                <a:lnTo>
                  <a:pt x="13054" y="26107"/>
                </a:lnTo>
                <a:cubicBezTo>
                  <a:pt x="13054" y="18887"/>
                  <a:pt x="18887" y="13054"/>
                  <a:pt x="26107" y="13054"/>
                </a:cubicBezTo>
                <a:cubicBezTo>
                  <a:pt x="33327" y="13054"/>
                  <a:pt x="39161" y="18887"/>
                  <a:pt x="39161" y="26107"/>
                </a:cubicBezTo>
                <a:lnTo>
                  <a:pt x="39161" y="117482"/>
                </a:lnTo>
                <a:lnTo>
                  <a:pt x="130535" y="117482"/>
                </a:lnTo>
                <a:lnTo>
                  <a:pt x="130535" y="65268"/>
                </a:lnTo>
                <a:close/>
                <a:moveTo>
                  <a:pt x="58741" y="78321"/>
                </a:moveTo>
                <a:cubicBezTo>
                  <a:pt x="58741" y="63912"/>
                  <a:pt x="70439" y="52214"/>
                  <a:pt x="84848" y="52214"/>
                </a:cubicBezTo>
                <a:cubicBezTo>
                  <a:pt x="99257" y="52214"/>
                  <a:pt x="110955" y="63912"/>
                  <a:pt x="110955" y="78321"/>
                </a:cubicBezTo>
                <a:cubicBezTo>
                  <a:pt x="110955" y="92730"/>
                  <a:pt x="99257" y="104428"/>
                  <a:pt x="84848" y="104428"/>
                </a:cubicBezTo>
                <a:cubicBezTo>
                  <a:pt x="70439" y="104428"/>
                  <a:pt x="58741" y="92730"/>
                  <a:pt x="58741" y="78321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513169" y="6074244"/>
            <a:ext cx="1522912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5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Medical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08497" y="5726150"/>
            <a:ext cx="1662150" cy="661379"/>
          </a:xfrm>
          <a:custGeom>
            <a:avLst/>
            <a:gdLst/>
            <a:ahLst/>
            <a:cxnLst/>
            <a:rect l="l" t="t" r="r" b="b"/>
            <a:pathLst>
              <a:path w="1662150" h="661379">
                <a:moveTo>
                  <a:pt x="69617" y="0"/>
                </a:moveTo>
                <a:lnTo>
                  <a:pt x="1592533" y="0"/>
                </a:lnTo>
                <a:cubicBezTo>
                  <a:pt x="1630981" y="0"/>
                  <a:pt x="1662150" y="31168"/>
                  <a:pt x="1662150" y="69617"/>
                </a:cubicBezTo>
                <a:lnTo>
                  <a:pt x="1662150" y="591762"/>
                </a:lnTo>
                <a:cubicBezTo>
                  <a:pt x="1662150" y="630211"/>
                  <a:pt x="1630981" y="661379"/>
                  <a:pt x="1592533" y="661379"/>
                </a:cubicBezTo>
                <a:lnTo>
                  <a:pt x="69617" y="661379"/>
                </a:lnTo>
                <a:cubicBezTo>
                  <a:pt x="31168" y="661379"/>
                  <a:pt x="0" y="630211"/>
                  <a:pt x="0" y="591762"/>
                </a:cubicBezTo>
                <a:lnTo>
                  <a:pt x="0" y="69617"/>
                </a:lnTo>
                <a:cubicBezTo>
                  <a:pt x="0" y="31168"/>
                  <a:pt x="31168" y="0"/>
                  <a:pt x="69617" y="0"/>
                </a:cubicBezTo>
                <a:close/>
              </a:path>
            </a:pathLst>
          </a:custGeom>
          <a:solidFill>
            <a:srgbClr val="FF8C42">
              <a:alpha val="10196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8947436" y="5830578"/>
            <a:ext cx="182749" cy="208857"/>
          </a:xfrm>
          <a:custGeom>
            <a:avLst/>
            <a:gdLst/>
            <a:ahLst/>
            <a:cxnLst/>
            <a:rect l="l" t="t" r="r" b="b"/>
            <a:pathLst>
              <a:path w="182749" h="208857">
                <a:moveTo>
                  <a:pt x="65472" y="-10769"/>
                </a:moveTo>
                <a:cubicBezTo>
                  <a:pt x="69265" y="-13951"/>
                  <a:pt x="74854" y="-13829"/>
                  <a:pt x="78484" y="-10402"/>
                </a:cubicBezTo>
                <a:cubicBezTo>
                  <a:pt x="83502" y="-5670"/>
                  <a:pt x="87989" y="-449"/>
                  <a:pt x="92313" y="4854"/>
                </a:cubicBezTo>
                <a:cubicBezTo>
                  <a:pt x="97820" y="11585"/>
                  <a:pt x="104428" y="20478"/>
                  <a:pt x="110792" y="31043"/>
                </a:cubicBezTo>
                <a:cubicBezTo>
                  <a:pt x="112913" y="28269"/>
                  <a:pt x="114871" y="25822"/>
                  <a:pt x="116584" y="23741"/>
                </a:cubicBezTo>
                <a:cubicBezTo>
                  <a:pt x="117033" y="23211"/>
                  <a:pt x="117482" y="22640"/>
                  <a:pt x="117931" y="22069"/>
                </a:cubicBezTo>
                <a:cubicBezTo>
                  <a:pt x="121153" y="18071"/>
                  <a:pt x="125151" y="13054"/>
                  <a:pt x="130495" y="13054"/>
                </a:cubicBezTo>
                <a:cubicBezTo>
                  <a:pt x="135961" y="13054"/>
                  <a:pt x="139795" y="17908"/>
                  <a:pt x="143059" y="22069"/>
                </a:cubicBezTo>
                <a:cubicBezTo>
                  <a:pt x="143589" y="22762"/>
                  <a:pt x="144119" y="23415"/>
                  <a:pt x="144649" y="24027"/>
                </a:cubicBezTo>
                <a:cubicBezTo>
                  <a:pt x="148851" y="29085"/>
                  <a:pt x="154440" y="36387"/>
                  <a:pt x="160028" y="45402"/>
                </a:cubicBezTo>
                <a:cubicBezTo>
                  <a:pt x="171124" y="63310"/>
                  <a:pt x="182709" y="88805"/>
                  <a:pt x="182709" y="117441"/>
                </a:cubicBezTo>
                <a:cubicBezTo>
                  <a:pt x="182709" y="167901"/>
                  <a:pt x="141794" y="208816"/>
                  <a:pt x="91334" y="208816"/>
                </a:cubicBezTo>
                <a:cubicBezTo>
                  <a:pt x="40874" y="208816"/>
                  <a:pt x="0" y="167942"/>
                  <a:pt x="0" y="117482"/>
                </a:cubicBezTo>
                <a:cubicBezTo>
                  <a:pt x="0" y="80320"/>
                  <a:pt x="16766" y="48135"/>
                  <a:pt x="32838" y="25699"/>
                </a:cubicBezTo>
                <a:cubicBezTo>
                  <a:pt x="40955" y="14400"/>
                  <a:pt x="49032" y="5344"/>
                  <a:pt x="55110" y="-857"/>
                </a:cubicBezTo>
                <a:cubicBezTo>
                  <a:pt x="58455" y="-4283"/>
                  <a:pt x="61841" y="-7669"/>
                  <a:pt x="65512" y="-10728"/>
                </a:cubicBezTo>
                <a:close/>
                <a:moveTo>
                  <a:pt x="92068" y="169696"/>
                </a:moveTo>
                <a:cubicBezTo>
                  <a:pt x="102389" y="169696"/>
                  <a:pt x="111526" y="166840"/>
                  <a:pt x="120133" y="161130"/>
                </a:cubicBezTo>
                <a:cubicBezTo>
                  <a:pt x="137307" y="149137"/>
                  <a:pt x="141916" y="125151"/>
                  <a:pt x="131596" y="106305"/>
                </a:cubicBezTo>
                <a:cubicBezTo>
                  <a:pt x="129760" y="102633"/>
                  <a:pt x="125069" y="102389"/>
                  <a:pt x="122418" y="105489"/>
                </a:cubicBezTo>
                <a:lnTo>
                  <a:pt x="112138" y="117441"/>
                </a:lnTo>
                <a:cubicBezTo>
                  <a:pt x="109446" y="120541"/>
                  <a:pt x="104591" y="120460"/>
                  <a:pt x="102062" y="117237"/>
                </a:cubicBezTo>
                <a:cubicBezTo>
                  <a:pt x="95005" y="108222"/>
                  <a:pt x="82033" y="91783"/>
                  <a:pt x="75425" y="83379"/>
                </a:cubicBezTo>
                <a:cubicBezTo>
                  <a:pt x="73222" y="80565"/>
                  <a:pt x="69225" y="80116"/>
                  <a:pt x="66655" y="82604"/>
                </a:cubicBezTo>
                <a:cubicBezTo>
                  <a:pt x="59190" y="89865"/>
                  <a:pt x="45647" y="105774"/>
                  <a:pt x="45647" y="125151"/>
                </a:cubicBezTo>
                <a:cubicBezTo>
                  <a:pt x="45647" y="153134"/>
                  <a:pt x="66287" y="169696"/>
                  <a:pt x="92027" y="169696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8278116" y="6074244"/>
            <a:ext cx="1522912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5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Fire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973553" y="5726150"/>
            <a:ext cx="1662150" cy="661379"/>
          </a:xfrm>
          <a:custGeom>
            <a:avLst/>
            <a:gdLst/>
            <a:ahLst/>
            <a:cxnLst/>
            <a:rect l="l" t="t" r="r" b="b"/>
            <a:pathLst>
              <a:path w="1662150" h="661379">
                <a:moveTo>
                  <a:pt x="69617" y="0"/>
                </a:moveTo>
                <a:lnTo>
                  <a:pt x="1592533" y="0"/>
                </a:lnTo>
                <a:cubicBezTo>
                  <a:pt x="1630981" y="0"/>
                  <a:pt x="1662150" y="31168"/>
                  <a:pt x="1662150" y="69617"/>
                </a:cubicBezTo>
                <a:lnTo>
                  <a:pt x="1662150" y="591762"/>
                </a:lnTo>
                <a:cubicBezTo>
                  <a:pt x="1662150" y="630211"/>
                  <a:pt x="1630981" y="661379"/>
                  <a:pt x="1592533" y="661379"/>
                </a:cubicBezTo>
                <a:lnTo>
                  <a:pt x="69617" y="661379"/>
                </a:lnTo>
                <a:cubicBezTo>
                  <a:pt x="31168" y="661379"/>
                  <a:pt x="0" y="630211"/>
                  <a:pt x="0" y="591762"/>
                </a:cubicBezTo>
                <a:lnTo>
                  <a:pt x="0" y="69617"/>
                </a:lnTo>
                <a:cubicBezTo>
                  <a:pt x="0" y="31168"/>
                  <a:pt x="31168" y="0"/>
                  <a:pt x="69617" y="0"/>
                </a:cubicBezTo>
                <a:close/>
              </a:path>
            </a:pathLst>
          </a:custGeom>
          <a:solidFill>
            <a:schemeClr val="accent5">
              <a:lumMod val="50000"/>
              <a:alpha val="10196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10699328" y="5830578"/>
            <a:ext cx="208857" cy="208857"/>
          </a:xfrm>
          <a:custGeom>
            <a:avLst/>
            <a:gdLst/>
            <a:ahLst/>
            <a:cxnLst/>
            <a:rect l="l" t="t" r="r" b="b"/>
            <a:pathLst>
              <a:path w="208857" h="208857">
                <a:moveTo>
                  <a:pt x="104428" y="0"/>
                </a:moveTo>
                <a:cubicBezTo>
                  <a:pt x="106305" y="0"/>
                  <a:pt x="108181" y="408"/>
                  <a:pt x="109894" y="1183"/>
                </a:cubicBezTo>
                <a:lnTo>
                  <a:pt x="186747" y="33776"/>
                </a:lnTo>
                <a:cubicBezTo>
                  <a:pt x="195721" y="37570"/>
                  <a:pt x="202411" y="46422"/>
                  <a:pt x="202371" y="57109"/>
                </a:cubicBezTo>
                <a:cubicBezTo>
                  <a:pt x="202167" y="97575"/>
                  <a:pt x="185523" y="171613"/>
                  <a:pt x="115238" y="205267"/>
                </a:cubicBezTo>
                <a:cubicBezTo>
                  <a:pt x="108426" y="208530"/>
                  <a:pt x="100512" y="208530"/>
                  <a:pt x="93700" y="205267"/>
                </a:cubicBezTo>
                <a:cubicBezTo>
                  <a:pt x="23374" y="171613"/>
                  <a:pt x="6772" y="97575"/>
                  <a:pt x="6568" y="57109"/>
                </a:cubicBezTo>
                <a:cubicBezTo>
                  <a:pt x="6527" y="46422"/>
                  <a:pt x="13217" y="37570"/>
                  <a:pt x="22191" y="33776"/>
                </a:cubicBezTo>
                <a:lnTo>
                  <a:pt x="99003" y="1183"/>
                </a:lnTo>
                <a:cubicBezTo>
                  <a:pt x="100716" y="408"/>
                  <a:pt x="102552" y="0"/>
                  <a:pt x="104428" y="0"/>
                </a:cubicBezTo>
                <a:close/>
                <a:moveTo>
                  <a:pt x="104428" y="27249"/>
                </a:moveTo>
                <a:lnTo>
                  <a:pt x="104428" y="181485"/>
                </a:lnTo>
                <a:cubicBezTo>
                  <a:pt x="160722" y="154236"/>
                  <a:pt x="175856" y="93863"/>
                  <a:pt x="176223" y="57721"/>
                </a:cubicBezTo>
                <a:lnTo>
                  <a:pt x="104428" y="27290"/>
                </a:lnTo>
                <a:lnTo>
                  <a:pt x="104428" y="27290"/>
                </a:lnTo>
                <a:close/>
              </a:path>
            </a:pathLst>
          </a:custGeom>
          <a:solidFill>
            <a:srgbClr val="6B7A8F"/>
          </a:solidFill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10043172" y="6074244"/>
            <a:ext cx="1522912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5" b="1" dirty="0">
                <a:solidFill>
                  <a:srgbClr val="1D355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Police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850" y="374850"/>
            <a:ext cx="11517270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kern="0" spc="59" dirty="0">
                <a:solidFill>
                  <a:srgbClr val="457B9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4850" y="637245"/>
            <a:ext cx="11667210" cy="449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4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What's Next?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3593" y="1252000"/>
            <a:ext cx="11423557" cy="880898"/>
          </a:xfrm>
          <a:custGeom>
            <a:avLst/>
            <a:gdLst/>
            <a:ahLst/>
            <a:cxnLst/>
            <a:rect l="l" t="t" r="r" b="b"/>
            <a:pathLst>
              <a:path w="11423557" h="880898">
                <a:moveTo>
                  <a:pt x="37485" y="0"/>
                </a:moveTo>
                <a:lnTo>
                  <a:pt x="11273620" y="0"/>
                </a:lnTo>
                <a:cubicBezTo>
                  <a:pt x="11356428" y="0"/>
                  <a:pt x="11423557" y="67129"/>
                  <a:pt x="11423557" y="149938"/>
                </a:cubicBezTo>
                <a:lnTo>
                  <a:pt x="11423557" y="730960"/>
                </a:lnTo>
                <a:cubicBezTo>
                  <a:pt x="11423557" y="813768"/>
                  <a:pt x="11356428" y="880898"/>
                  <a:pt x="11273620" y="880898"/>
                </a:cubicBezTo>
                <a:lnTo>
                  <a:pt x="37485" y="880898"/>
                </a:lnTo>
                <a:cubicBezTo>
                  <a:pt x="16783" y="880898"/>
                  <a:pt x="0" y="864115"/>
                  <a:pt x="0" y="843413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gradFill flip="none" rotWithShape="1">
            <a:gsLst>
              <a:gs pos="0">
                <a:srgbClr val="E8F4FD"/>
              </a:gs>
              <a:gs pos="100000">
                <a:srgbClr val="F5F7FA"/>
              </a:gs>
            </a:gsLst>
            <a:lin ang="0" scaled="1"/>
          </a:gradFill>
          <a:effectLst>
            <a:outerShdw blurRad="56228" dist="374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393593" y="1252000"/>
            <a:ext cx="37485" cy="880898"/>
          </a:xfrm>
          <a:custGeom>
            <a:avLst/>
            <a:gdLst/>
            <a:ahLst/>
            <a:cxnLst/>
            <a:rect l="l" t="t" r="r" b="b"/>
            <a:pathLst>
              <a:path w="37485" h="880898">
                <a:moveTo>
                  <a:pt x="37485" y="0"/>
                </a:moveTo>
                <a:lnTo>
                  <a:pt x="37485" y="0"/>
                </a:lnTo>
                <a:lnTo>
                  <a:pt x="37485" y="880898"/>
                </a:lnTo>
                <a:lnTo>
                  <a:pt x="37485" y="880898"/>
                </a:lnTo>
                <a:cubicBezTo>
                  <a:pt x="16783" y="880898"/>
                  <a:pt x="0" y="864115"/>
                  <a:pt x="0" y="843413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62275" y="1429935"/>
            <a:ext cx="524790" cy="524790"/>
          </a:xfrm>
          <a:custGeom>
            <a:avLst/>
            <a:gdLst/>
            <a:ahLst/>
            <a:cxnLst/>
            <a:rect l="l" t="t" r="r" b="b"/>
            <a:pathLst>
              <a:path w="524790" h="524790">
                <a:moveTo>
                  <a:pt x="112457" y="0"/>
                </a:moveTo>
                <a:lnTo>
                  <a:pt x="412333" y="0"/>
                </a:lnTo>
                <a:cubicBezTo>
                  <a:pt x="474441" y="0"/>
                  <a:pt x="524790" y="50349"/>
                  <a:pt x="524790" y="112457"/>
                </a:cubicBezTo>
                <a:lnTo>
                  <a:pt x="524790" y="412333"/>
                </a:lnTo>
                <a:cubicBezTo>
                  <a:pt x="524790" y="474441"/>
                  <a:pt x="474441" y="524790"/>
                  <a:pt x="412333" y="524790"/>
                </a:cubicBezTo>
                <a:lnTo>
                  <a:pt x="112457" y="524790"/>
                </a:lnTo>
                <a:cubicBezTo>
                  <a:pt x="50349" y="524790"/>
                  <a:pt x="0" y="474441"/>
                  <a:pt x="0" y="412333"/>
                </a:cubicBezTo>
                <a:lnTo>
                  <a:pt x="0" y="112457"/>
                </a:lnTo>
                <a:cubicBezTo>
                  <a:pt x="0" y="50390"/>
                  <a:pt x="50390" y="0"/>
                  <a:pt x="112457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8942" y="1542390"/>
            <a:ext cx="187425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26230" y="1446801"/>
            <a:ext cx="3055028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Real-time IoT Sensor Integration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7005" y="1739186"/>
            <a:ext cx="9202570" cy="2436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Integrate </a:t>
            </a:r>
            <a:r>
              <a:rPr lang="en-US" sz="1180" b="1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IoT traffic sensors</a:t>
            </a:r>
            <a:r>
              <a:rPr lang="en-US" sz="118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and cameras for live traffic feeds, providing real-time congestion data for more accurate predictions.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8178" y="1561133"/>
            <a:ext cx="468563" cy="262395"/>
          </a:xfrm>
          <a:prstGeom prst="rect">
            <a:avLst/>
          </a:prstGeom>
          <a:noFill/>
        </p:spPr>
        <p:txBody>
          <a:bodyPr wrap="square" lIns="112455" tIns="37485" rIns="112455" bIns="37485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3593" y="2275343"/>
            <a:ext cx="11423557" cy="880898"/>
          </a:xfrm>
          <a:custGeom>
            <a:avLst/>
            <a:gdLst/>
            <a:ahLst/>
            <a:cxnLst/>
            <a:rect l="l" t="t" r="r" b="b"/>
            <a:pathLst>
              <a:path w="11423557" h="880898">
                <a:moveTo>
                  <a:pt x="37485" y="0"/>
                </a:moveTo>
                <a:lnTo>
                  <a:pt x="11273620" y="0"/>
                </a:lnTo>
                <a:cubicBezTo>
                  <a:pt x="11356428" y="0"/>
                  <a:pt x="11423557" y="67129"/>
                  <a:pt x="11423557" y="149938"/>
                </a:cubicBezTo>
                <a:lnTo>
                  <a:pt x="11423557" y="730960"/>
                </a:lnTo>
                <a:cubicBezTo>
                  <a:pt x="11423557" y="813768"/>
                  <a:pt x="11356428" y="880898"/>
                  <a:pt x="11273620" y="880898"/>
                </a:cubicBezTo>
                <a:lnTo>
                  <a:pt x="37485" y="880898"/>
                </a:lnTo>
                <a:cubicBezTo>
                  <a:pt x="16783" y="880898"/>
                  <a:pt x="0" y="864115"/>
                  <a:pt x="0" y="843413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56228" dist="374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93593" y="2275343"/>
            <a:ext cx="37485" cy="880898"/>
          </a:xfrm>
          <a:custGeom>
            <a:avLst/>
            <a:gdLst/>
            <a:ahLst/>
            <a:cxnLst/>
            <a:rect l="l" t="t" r="r" b="b"/>
            <a:pathLst>
              <a:path w="37485" h="880898">
                <a:moveTo>
                  <a:pt x="37485" y="0"/>
                </a:moveTo>
                <a:lnTo>
                  <a:pt x="37485" y="0"/>
                </a:lnTo>
                <a:lnTo>
                  <a:pt x="37485" y="880898"/>
                </a:lnTo>
                <a:lnTo>
                  <a:pt x="37485" y="880898"/>
                </a:lnTo>
                <a:cubicBezTo>
                  <a:pt x="16783" y="880898"/>
                  <a:pt x="0" y="864115"/>
                  <a:pt x="0" y="843413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62275" y="2453278"/>
            <a:ext cx="524790" cy="524790"/>
          </a:xfrm>
          <a:custGeom>
            <a:avLst/>
            <a:gdLst/>
            <a:ahLst/>
            <a:cxnLst/>
            <a:rect l="l" t="t" r="r" b="b"/>
            <a:pathLst>
              <a:path w="524790" h="524790">
                <a:moveTo>
                  <a:pt x="112457" y="0"/>
                </a:moveTo>
                <a:lnTo>
                  <a:pt x="412333" y="0"/>
                </a:lnTo>
                <a:cubicBezTo>
                  <a:pt x="474441" y="0"/>
                  <a:pt x="524790" y="50349"/>
                  <a:pt x="524790" y="112457"/>
                </a:cubicBezTo>
                <a:lnTo>
                  <a:pt x="524790" y="412333"/>
                </a:lnTo>
                <a:cubicBezTo>
                  <a:pt x="524790" y="474441"/>
                  <a:pt x="474441" y="524790"/>
                  <a:pt x="412333" y="524790"/>
                </a:cubicBezTo>
                <a:lnTo>
                  <a:pt x="112457" y="524790"/>
                </a:lnTo>
                <a:cubicBezTo>
                  <a:pt x="50349" y="524790"/>
                  <a:pt x="0" y="474441"/>
                  <a:pt x="0" y="412333"/>
                </a:cubicBezTo>
                <a:lnTo>
                  <a:pt x="0" y="112457"/>
                </a:lnTo>
                <a:cubicBezTo>
                  <a:pt x="0" y="50390"/>
                  <a:pt x="50390" y="0"/>
                  <a:pt x="112457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67389" y="2565733"/>
            <a:ext cx="224910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93233" y="2425283"/>
            <a:ext cx="3345537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GPS Tracking of Emergency Vehicles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7005" y="2762529"/>
            <a:ext cx="9127600" cy="2436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Deploy </a:t>
            </a:r>
            <a:r>
              <a:rPr lang="en-US" sz="1180" b="1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GPS trackers</a:t>
            </a:r>
            <a:r>
              <a:rPr lang="en-US" sz="118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on actual emergency vehicles for real-time location monitoring and dynamic route adjustments.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437819" y="2584475"/>
            <a:ext cx="524790" cy="262395"/>
          </a:xfrm>
          <a:prstGeom prst="rect">
            <a:avLst/>
          </a:prstGeom>
          <a:noFill/>
        </p:spPr>
        <p:txBody>
          <a:bodyPr wrap="square" lIns="112455" tIns="37485" rIns="112455" bIns="37485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67646" y="2584475"/>
            <a:ext cx="768443" cy="262395"/>
          </a:xfrm>
          <a:prstGeom prst="rect">
            <a:avLst/>
          </a:prstGeom>
          <a:noFill/>
        </p:spPr>
        <p:txBody>
          <a:bodyPr wrap="square" lIns="112455" tIns="37485" rIns="112455" bIns="37485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93593" y="3298681"/>
            <a:ext cx="11423557" cy="880898"/>
          </a:xfrm>
          <a:custGeom>
            <a:avLst/>
            <a:gdLst/>
            <a:ahLst/>
            <a:cxnLst/>
            <a:rect l="l" t="t" r="r" b="b"/>
            <a:pathLst>
              <a:path w="11423557" h="880898">
                <a:moveTo>
                  <a:pt x="37485" y="0"/>
                </a:moveTo>
                <a:lnTo>
                  <a:pt x="11273620" y="0"/>
                </a:lnTo>
                <a:cubicBezTo>
                  <a:pt x="11356428" y="0"/>
                  <a:pt x="11423557" y="67129"/>
                  <a:pt x="11423557" y="149938"/>
                </a:cubicBezTo>
                <a:lnTo>
                  <a:pt x="11423557" y="730960"/>
                </a:lnTo>
                <a:cubicBezTo>
                  <a:pt x="11423557" y="813768"/>
                  <a:pt x="11356428" y="880898"/>
                  <a:pt x="11273620" y="880898"/>
                </a:cubicBezTo>
                <a:lnTo>
                  <a:pt x="37485" y="880898"/>
                </a:lnTo>
                <a:cubicBezTo>
                  <a:pt x="16783" y="880898"/>
                  <a:pt x="0" y="864115"/>
                  <a:pt x="0" y="843413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gradFill flip="none" rotWithShape="1">
            <a:gsLst>
              <a:gs pos="0">
                <a:srgbClr val="E8F4FD"/>
              </a:gs>
              <a:gs pos="100000">
                <a:srgbClr val="F5F7FA"/>
              </a:gs>
            </a:gsLst>
            <a:lin ang="0" scaled="1"/>
          </a:gradFill>
          <a:effectLst>
            <a:outerShdw blurRad="56228" dist="374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93593" y="3298681"/>
            <a:ext cx="37485" cy="880898"/>
          </a:xfrm>
          <a:custGeom>
            <a:avLst/>
            <a:gdLst/>
            <a:ahLst/>
            <a:cxnLst/>
            <a:rect l="l" t="t" r="r" b="b"/>
            <a:pathLst>
              <a:path w="37485" h="880898">
                <a:moveTo>
                  <a:pt x="37485" y="0"/>
                </a:moveTo>
                <a:lnTo>
                  <a:pt x="37485" y="0"/>
                </a:lnTo>
                <a:lnTo>
                  <a:pt x="37485" y="880898"/>
                </a:lnTo>
                <a:lnTo>
                  <a:pt x="37485" y="880898"/>
                </a:lnTo>
                <a:cubicBezTo>
                  <a:pt x="16783" y="880898"/>
                  <a:pt x="0" y="864115"/>
                  <a:pt x="0" y="843413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62275" y="3476616"/>
            <a:ext cx="524790" cy="524790"/>
          </a:xfrm>
          <a:custGeom>
            <a:avLst/>
            <a:gdLst/>
            <a:ahLst/>
            <a:cxnLst/>
            <a:rect l="l" t="t" r="r" b="b"/>
            <a:pathLst>
              <a:path w="524790" h="524790">
                <a:moveTo>
                  <a:pt x="112457" y="0"/>
                </a:moveTo>
                <a:lnTo>
                  <a:pt x="412333" y="0"/>
                </a:lnTo>
                <a:cubicBezTo>
                  <a:pt x="474441" y="0"/>
                  <a:pt x="524790" y="50349"/>
                  <a:pt x="524790" y="112457"/>
                </a:cubicBezTo>
                <a:lnTo>
                  <a:pt x="524790" y="412333"/>
                </a:lnTo>
                <a:cubicBezTo>
                  <a:pt x="524790" y="474441"/>
                  <a:pt x="474441" y="524790"/>
                  <a:pt x="412333" y="524790"/>
                </a:cubicBezTo>
                <a:lnTo>
                  <a:pt x="112457" y="524790"/>
                </a:lnTo>
                <a:cubicBezTo>
                  <a:pt x="50349" y="524790"/>
                  <a:pt x="0" y="474441"/>
                  <a:pt x="0" y="412333"/>
                </a:cubicBezTo>
                <a:lnTo>
                  <a:pt x="0" y="112457"/>
                </a:lnTo>
                <a:cubicBezTo>
                  <a:pt x="0" y="50390"/>
                  <a:pt x="50390" y="0"/>
                  <a:pt x="112457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64460" y="3589071"/>
            <a:ext cx="234281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18262" y="3493482"/>
            <a:ext cx="3504849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Reinforcement Learning Optimization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37005" y="3785867"/>
            <a:ext cx="9183828" cy="2436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Implement </a:t>
            </a:r>
            <a:r>
              <a:rPr lang="en-US" sz="1180" b="1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reinforcement learning</a:t>
            </a:r>
            <a:r>
              <a:rPr lang="en-US" sz="118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for adaptive dispatch optimization, learning from historical response data to improve decisions.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496154" y="3607813"/>
            <a:ext cx="431078" cy="262395"/>
          </a:xfrm>
          <a:prstGeom prst="rect">
            <a:avLst/>
          </a:prstGeom>
          <a:noFill/>
        </p:spPr>
        <p:txBody>
          <a:bodyPr wrap="square" lIns="112455" tIns="37485" rIns="112455" bIns="37485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937893" y="3607813"/>
            <a:ext cx="796556" cy="262395"/>
          </a:xfrm>
          <a:prstGeom prst="rect">
            <a:avLst/>
          </a:prstGeom>
          <a:noFill/>
        </p:spPr>
        <p:txBody>
          <a:bodyPr wrap="square" lIns="112455" tIns="37485" rIns="112455" bIns="37485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93593" y="4322024"/>
            <a:ext cx="11423557" cy="880898"/>
          </a:xfrm>
          <a:custGeom>
            <a:avLst/>
            <a:gdLst/>
            <a:ahLst/>
            <a:cxnLst/>
            <a:rect l="l" t="t" r="r" b="b"/>
            <a:pathLst>
              <a:path w="11423557" h="880898">
                <a:moveTo>
                  <a:pt x="37485" y="0"/>
                </a:moveTo>
                <a:lnTo>
                  <a:pt x="11273620" y="0"/>
                </a:lnTo>
                <a:cubicBezTo>
                  <a:pt x="11356428" y="0"/>
                  <a:pt x="11423557" y="67129"/>
                  <a:pt x="11423557" y="149938"/>
                </a:cubicBezTo>
                <a:lnTo>
                  <a:pt x="11423557" y="730960"/>
                </a:lnTo>
                <a:cubicBezTo>
                  <a:pt x="11423557" y="813768"/>
                  <a:pt x="11356428" y="880898"/>
                  <a:pt x="11273620" y="880898"/>
                </a:cubicBezTo>
                <a:lnTo>
                  <a:pt x="37485" y="880898"/>
                </a:lnTo>
                <a:cubicBezTo>
                  <a:pt x="16783" y="880898"/>
                  <a:pt x="0" y="864115"/>
                  <a:pt x="0" y="843413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gradFill flip="none" rotWithShape="1">
            <a:gsLst>
              <a:gs pos="0">
                <a:srgbClr val="F5F7FA"/>
              </a:gs>
              <a:gs pos="100000">
                <a:srgbClr val="E8F4FD"/>
              </a:gs>
            </a:gsLst>
            <a:lin ang="0" scaled="1"/>
          </a:gradFill>
          <a:effectLst>
            <a:outerShdw blurRad="56228" dist="374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93593" y="4322024"/>
            <a:ext cx="37485" cy="880898"/>
          </a:xfrm>
          <a:custGeom>
            <a:avLst/>
            <a:gdLst/>
            <a:ahLst/>
            <a:cxnLst/>
            <a:rect l="l" t="t" r="r" b="b"/>
            <a:pathLst>
              <a:path w="37485" h="880898">
                <a:moveTo>
                  <a:pt x="37485" y="0"/>
                </a:moveTo>
                <a:lnTo>
                  <a:pt x="37485" y="0"/>
                </a:lnTo>
                <a:lnTo>
                  <a:pt x="37485" y="880898"/>
                </a:lnTo>
                <a:lnTo>
                  <a:pt x="37485" y="880898"/>
                </a:lnTo>
                <a:cubicBezTo>
                  <a:pt x="16783" y="880898"/>
                  <a:pt x="0" y="864115"/>
                  <a:pt x="0" y="843413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62275" y="4499958"/>
            <a:ext cx="524790" cy="524790"/>
          </a:xfrm>
          <a:custGeom>
            <a:avLst/>
            <a:gdLst/>
            <a:ahLst/>
            <a:cxnLst/>
            <a:rect l="l" t="t" r="r" b="b"/>
            <a:pathLst>
              <a:path w="524790" h="524790">
                <a:moveTo>
                  <a:pt x="112457" y="0"/>
                </a:moveTo>
                <a:lnTo>
                  <a:pt x="412333" y="0"/>
                </a:lnTo>
                <a:cubicBezTo>
                  <a:pt x="474441" y="0"/>
                  <a:pt x="524790" y="50349"/>
                  <a:pt x="524790" y="112457"/>
                </a:cubicBezTo>
                <a:lnTo>
                  <a:pt x="524790" y="412333"/>
                </a:lnTo>
                <a:cubicBezTo>
                  <a:pt x="524790" y="474441"/>
                  <a:pt x="474441" y="524790"/>
                  <a:pt x="412333" y="524790"/>
                </a:cubicBezTo>
                <a:lnTo>
                  <a:pt x="112457" y="524790"/>
                </a:lnTo>
                <a:cubicBezTo>
                  <a:pt x="50349" y="524790"/>
                  <a:pt x="0" y="474441"/>
                  <a:pt x="0" y="412333"/>
                </a:cubicBezTo>
                <a:lnTo>
                  <a:pt x="0" y="112457"/>
                </a:lnTo>
                <a:cubicBezTo>
                  <a:pt x="0" y="50390"/>
                  <a:pt x="50390" y="0"/>
                  <a:pt x="112457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67506" y="4612414"/>
            <a:ext cx="224910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218262" y="4499958"/>
            <a:ext cx="1508772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Mobile SOS App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37005" y="4809210"/>
            <a:ext cx="9211942" cy="2436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Develop </a:t>
            </a:r>
            <a:r>
              <a:rPr lang="en-US" sz="1180" b="1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mobile application</a:t>
            </a:r>
            <a:r>
              <a:rPr lang="en-US" sz="118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with one-tap emergency trigger, GPS auto-detection, and push notifications for status updates.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521809" y="4631156"/>
            <a:ext cx="674730" cy="262395"/>
          </a:xfrm>
          <a:prstGeom prst="rect">
            <a:avLst/>
          </a:prstGeom>
          <a:noFill/>
        </p:spPr>
        <p:txBody>
          <a:bodyPr wrap="square" lIns="112455" tIns="37485" rIns="112455" bIns="37485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210127" y="4631156"/>
            <a:ext cx="524790" cy="262395"/>
          </a:xfrm>
          <a:prstGeom prst="rect">
            <a:avLst/>
          </a:prstGeom>
          <a:noFill/>
        </p:spPr>
        <p:txBody>
          <a:bodyPr wrap="square" lIns="112455" tIns="37485" rIns="112455" bIns="37485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93593" y="5345366"/>
            <a:ext cx="11423557" cy="1124550"/>
          </a:xfrm>
          <a:custGeom>
            <a:avLst/>
            <a:gdLst/>
            <a:ahLst/>
            <a:cxnLst/>
            <a:rect l="l" t="t" r="r" b="b"/>
            <a:pathLst>
              <a:path w="11423557" h="1124550">
                <a:moveTo>
                  <a:pt x="37485" y="0"/>
                </a:moveTo>
                <a:lnTo>
                  <a:pt x="11273621" y="0"/>
                </a:lnTo>
                <a:cubicBezTo>
                  <a:pt x="11356428" y="0"/>
                  <a:pt x="11423557" y="67129"/>
                  <a:pt x="11423557" y="149936"/>
                </a:cubicBezTo>
                <a:lnTo>
                  <a:pt x="11423557" y="974614"/>
                </a:lnTo>
                <a:cubicBezTo>
                  <a:pt x="11423557" y="1057422"/>
                  <a:pt x="11356428" y="1124550"/>
                  <a:pt x="11273621" y="1124550"/>
                </a:cubicBezTo>
                <a:lnTo>
                  <a:pt x="37485" y="1124550"/>
                </a:lnTo>
                <a:cubicBezTo>
                  <a:pt x="16783" y="1124550"/>
                  <a:pt x="0" y="1107768"/>
                  <a:pt x="0" y="108706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gradFill flip="none" rotWithShape="1">
            <a:gsLst>
              <a:gs pos="0">
                <a:srgbClr val="E8F4FD"/>
              </a:gs>
              <a:gs pos="100000">
                <a:srgbClr val="F5F7FA"/>
              </a:gs>
            </a:gsLst>
            <a:lin ang="0" scaled="1"/>
          </a:gradFill>
          <a:effectLst>
            <a:outerShdw blurRad="56228" dist="374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393593" y="5345366"/>
            <a:ext cx="37485" cy="1124550"/>
          </a:xfrm>
          <a:custGeom>
            <a:avLst/>
            <a:gdLst/>
            <a:ahLst/>
            <a:cxnLst/>
            <a:rect l="l" t="t" r="r" b="b"/>
            <a:pathLst>
              <a:path w="37485" h="1124550">
                <a:moveTo>
                  <a:pt x="37485" y="0"/>
                </a:moveTo>
                <a:lnTo>
                  <a:pt x="37485" y="0"/>
                </a:lnTo>
                <a:lnTo>
                  <a:pt x="37485" y="1124550"/>
                </a:lnTo>
                <a:lnTo>
                  <a:pt x="37485" y="1124550"/>
                </a:lnTo>
                <a:cubicBezTo>
                  <a:pt x="16783" y="1124550"/>
                  <a:pt x="0" y="1107768"/>
                  <a:pt x="0" y="108706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562275" y="5645127"/>
            <a:ext cx="524790" cy="524790"/>
          </a:xfrm>
          <a:custGeom>
            <a:avLst/>
            <a:gdLst/>
            <a:ahLst/>
            <a:cxnLst/>
            <a:rect l="l" t="t" r="r" b="b"/>
            <a:pathLst>
              <a:path w="524790" h="524790">
                <a:moveTo>
                  <a:pt x="112457" y="0"/>
                </a:moveTo>
                <a:lnTo>
                  <a:pt x="412333" y="0"/>
                </a:lnTo>
                <a:cubicBezTo>
                  <a:pt x="474441" y="0"/>
                  <a:pt x="524790" y="50349"/>
                  <a:pt x="524790" y="112457"/>
                </a:cubicBezTo>
                <a:lnTo>
                  <a:pt x="524790" y="412333"/>
                </a:lnTo>
                <a:cubicBezTo>
                  <a:pt x="524790" y="474441"/>
                  <a:pt x="474441" y="524790"/>
                  <a:pt x="412333" y="524790"/>
                </a:cubicBezTo>
                <a:lnTo>
                  <a:pt x="112457" y="524790"/>
                </a:lnTo>
                <a:cubicBezTo>
                  <a:pt x="50349" y="524790"/>
                  <a:pt x="0" y="474441"/>
                  <a:pt x="0" y="412333"/>
                </a:cubicBezTo>
                <a:lnTo>
                  <a:pt x="0" y="112457"/>
                </a:lnTo>
                <a:cubicBezTo>
                  <a:pt x="0" y="50390"/>
                  <a:pt x="50390" y="0"/>
                  <a:pt x="112457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64109" y="5757582"/>
            <a:ext cx="234281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237005" y="5606000"/>
            <a:ext cx="3101885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Multi-City Smart City Integration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37005" y="5832552"/>
            <a:ext cx="8958918" cy="487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Scale system for </a:t>
            </a:r>
            <a:r>
              <a:rPr lang="en-US" sz="1180" b="1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multi-city deployment</a:t>
            </a:r>
            <a:r>
              <a:rPr lang="en-US" sz="1180" dirty="0">
                <a:solidFill>
                  <a:srgbClr val="1D355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with centralized monitoring, cross-city resource coordination, and unified emergency response network.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272416" y="5776325"/>
            <a:ext cx="590389" cy="262395"/>
          </a:xfrm>
          <a:prstGeom prst="rect">
            <a:avLst/>
          </a:prstGeom>
          <a:noFill/>
        </p:spPr>
        <p:txBody>
          <a:bodyPr wrap="square" lIns="112455" tIns="37485" rIns="112455" bIns="37485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874637" y="5776325"/>
            <a:ext cx="862155" cy="262395"/>
          </a:xfrm>
          <a:prstGeom prst="rect">
            <a:avLst/>
          </a:prstGeom>
          <a:noFill/>
        </p:spPr>
        <p:txBody>
          <a:bodyPr wrap="square" lIns="112455" tIns="37485" rIns="112455" bIns="37485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10000" cy="3810000"/>
          </a:xfrm>
          <a:custGeom>
            <a:avLst/>
            <a:gdLst/>
            <a:ahLst/>
            <a:cxnLst/>
            <a:rect l="l" t="t" r="r" b="b"/>
            <a:pathLst>
              <a:path w="3810000" h="3810000">
                <a:moveTo>
                  <a:pt x="0" y="0"/>
                </a:moveTo>
                <a:lnTo>
                  <a:pt x="3810000" y="0"/>
                </a:lnTo>
                <a:lnTo>
                  <a:pt x="3810000" y="3810000"/>
                </a:lnTo>
                <a:lnTo>
                  <a:pt x="0" y="3810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382000" y="3048000"/>
            <a:ext cx="3810000" cy="3810000"/>
          </a:xfrm>
          <a:custGeom>
            <a:avLst/>
            <a:gdLst/>
            <a:ahLst/>
            <a:cxnLst/>
            <a:rect l="l" t="t" r="r" b="b"/>
            <a:pathLst>
              <a:path w="3810000" h="3810000">
                <a:moveTo>
                  <a:pt x="0" y="0"/>
                </a:moveTo>
                <a:lnTo>
                  <a:pt x="3810000" y="0"/>
                </a:lnTo>
                <a:lnTo>
                  <a:pt x="3810000" y="3810000"/>
                </a:lnTo>
                <a:lnTo>
                  <a:pt x="0" y="3810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733550" y="386715"/>
            <a:ext cx="9371330" cy="6015990"/>
          </a:xfrm>
          <a:custGeom>
            <a:avLst/>
            <a:gdLst/>
            <a:ahLst/>
            <a:cxnLst/>
            <a:rect l="l" t="t" r="r" b="b"/>
            <a:pathLst>
              <a:path w="8572500" h="6353175">
                <a:moveTo>
                  <a:pt x="228587" y="0"/>
                </a:moveTo>
                <a:lnTo>
                  <a:pt x="8343913" y="0"/>
                </a:lnTo>
                <a:cubicBezTo>
                  <a:pt x="8470158" y="0"/>
                  <a:pt x="8572500" y="102342"/>
                  <a:pt x="8572500" y="228587"/>
                </a:cubicBezTo>
                <a:lnTo>
                  <a:pt x="8572500" y="6124588"/>
                </a:lnTo>
                <a:cubicBezTo>
                  <a:pt x="8572500" y="6250833"/>
                  <a:pt x="8470158" y="6353175"/>
                  <a:pt x="8343913" y="6353175"/>
                </a:cubicBezTo>
                <a:lnTo>
                  <a:pt x="228587" y="6353175"/>
                </a:lnTo>
                <a:cubicBezTo>
                  <a:pt x="102342" y="6353175"/>
                  <a:pt x="0" y="6250833"/>
                  <a:pt x="0" y="6124588"/>
                </a:cubicBezTo>
                <a:lnTo>
                  <a:pt x="0" y="228587"/>
                </a:lnTo>
                <a:cubicBezTo>
                  <a:pt x="0" y="102427"/>
                  <a:pt x="102427" y="0"/>
                  <a:pt x="22858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326130" y="3175635"/>
            <a:ext cx="6261100" cy="763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600" b="1" dirty="0">
                <a:solidFill>
                  <a:srgbClr val="1D3557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2133600" y="2709863"/>
            <a:ext cx="792480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71725" y="4033837"/>
            <a:ext cx="7448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48721" y="6122988"/>
            <a:ext cx="2276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119</TotalTime>
  <Words>995</Words>
  <Application>Microsoft Office PowerPoint</Application>
  <PresentationFormat>Widescreen</PresentationFormat>
  <Paragraphs>227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</vt:lpstr>
      <vt:lpstr>Cambria Math</vt:lpstr>
      <vt:lpstr>MiSans</vt:lpstr>
      <vt:lpstr>Quattrocento Sans</vt:lpstr>
      <vt:lpstr>Arial</vt:lpstr>
      <vt:lpstr>Calibri Light</vt:lpstr>
      <vt:lpstr>Oranienbaum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Smart Emergency Response System</dc:title>
  <dc:subject>AI Smart Emergency Response System</dc:subject>
  <dc:creator>Kimi</dc:creator>
  <cp:lastModifiedBy>tejasreekukkadapu@gmail.com</cp:lastModifiedBy>
  <cp:revision>3</cp:revision>
  <dcterms:created xsi:type="dcterms:W3CDTF">2026-04-19T11:33:00Z</dcterms:created>
  <dcterms:modified xsi:type="dcterms:W3CDTF">2026-05-31T13:40:31Z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 Smart Emergency Response System","ContentProducer":"001191110108MACG2KBH8F10000","ProduceID":"19da57c8-5a92-881d-8000-00008d46e98b","ReservedCode1":"","ContentPropagator":"001191110108MACG2KBH8F20000","PropagateID":"19da57c8-5a92-881d-8000-00008d46e98b","ReservedCode2":""}</vt:lpwstr>
  </property>
  <property fmtid="{D5CDD505-2E9C-101B-9397-08002B2CF9AE}" pid="3" name="KSOProductBuildVer">
    <vt:lpwstr>1033-12.1.0.25242</vt:lpwstr>
  </property>
  <property fmtid="{D5CDD505-2E9C-101B-9397-08002B2CF9AE}" pid="4" name="ICV">
    <vt:lpwstr>F53E85EDF1344B5AA3E3431ED8BD7A31_13</vt:lpwstr>
  </property>
</Properties>
</file>